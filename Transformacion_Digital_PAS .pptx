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Tiempo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Tareas administrativas</c:v>
                </c:pt>
                <c:pt idx="1">
                  <c:v>Venta y asesoramiento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0"/>
      </c:doughnutChart>
      <c:spPr>
        <a:solidFill>
          <a:srgbClr val="13263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63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 estimada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118</c:v>
                </c:pt>
                <c:pt idx="2">
                  <c:v>137</c:v>
                </c:pt>
                <c:pt idx="3">
                  <c:v>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 a todos. Hoy vamos a analizar las opciones de software disponibles en el mercado argentino para optimizar la gestión de nuestra cartera, automatizar procesos y cumplir con las normativas vigentes.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productor actual gasta hasta un 70% de su tiempo en tareas administrativas y carga de datos. El objetivo de implementar un software es dar vuelta esa ecuación para enfocarnos en la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Existen tres grandes familias de soluciones: sistemas especializados del ecosistema local, desarrollos a medida para organizaciones grandes, y CRMs genéricos adaptados a la venta de seguros.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plataformas están pensadas específicamente para el productor argentino: cotizan rápido, bajan pólizas automáticamente y cumplen con la normativa de la SSN.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toda herramienta, tienen contras: dependencia de la conexión con cada aseguradora, costos recurrentes, menor potencia de marketing y una curva de aprendizaje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CRMs genéricos son excelentes para marketing y seguimiento comercial, pero no resuelven ni la cotización con aseguradoras ni el cumplimiento normativo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las opciones del mercado, en Katrix venimos desarrollando JC Organizadores: una app propia pensada para que el PAS gestione su cartera, sus cobros y sus clientes desde el celular, con foco en seguridad y simpleza.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relación con el cliente queda en un solo lugar: la ficha de cartera, el detalle con historial y siniestros, y la gestión de cobranzas priorizada por estado de deuda.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también cuida la seguridad de la cuenta con biometría y doble factor, deja configurar qué alertas recibir, y permite personalizar la firma digital del productor para los documentos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definitiva, JC Organizadores responde directamente a los tres dolores que planteamos al principio: menos carga administrativa, todo centralizado en un solo lugar, y cumplimiento de seguridad y normativa desde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software no es un gasto: reduce horas administrativas un 60%, mejora la retención de cartera con alertas de renovación, y garantiza cero multas frente a la SSN.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auditemos juntos tu cartera, arrancamos un piloto con JC Organizadores sin costo y con tus propios datos, y te acompañamos en la migración para que no pierdas nada en el camino. ¿Arrancamos con el piloto?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 · MERCADO ARGENTINO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Digital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Productores de Seguros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 de gestión y multicotizadores: comparativa de opciones para optimizar la operación del PAS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542294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Katrix — Soluciones tecnológicas para el sector asegurador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operativo diario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" y="2036826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2585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de pólizas, endosos y siniestros con múltiples compañías.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19272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575304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6" y="3664458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8862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5 o 6 portales de aseguradoras distintos para cotizar un mismo riesgo.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946904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5202936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6" y="5292090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148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normativa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551383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Exigencia de la SSN con la Rúbrica Digital y libros obligatorios.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691640"/>
            <a:ext cx="4800600" cy="4709160"/>
          </a:xfrm>
          <a:prstGeom prst="roundRect">
            <a:avLst>
              <a:gd name="adj" fmla="val 1553"/>
            </a:avLst>
          </a:prstGeom>
          <a:solidFill>
            <a:srgbClr val="13263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866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tiempo del PAS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086600" y="237744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 16"/>
          <p:cNvSpPr/>
          <p:nvPr/>
        </p:nvSpPr>
        <p:spPr>
          <a:xfrm>
            <a:off x="7086600" y="52578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del tiempo se pierde en carga de datos y administración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LOCAL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herramientas lideran el mercado?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3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 local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 · Nekül Soft · Insurhub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 con aseguradoras locales (Fed. Patronal, Sancor, San Cristóbal, etc.).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9976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54296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Desarrollos propios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4296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NexoSmart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45736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propios pensados para grandes organizaciones.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9872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B3A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1488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19872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94192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CRMs adaptados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94192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Bitrix24 · HubSpot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85632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gestión comercial pura y automatización de correos.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 especializadas (AdminSE, Nekül, Insurhub)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Multicotización en segundos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 en varias compañías en un solo clic vía Web Services.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7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automática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pólizas, endosos y estados de deuda sin tipear nada.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433517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SSN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directa de archivos XML listos para la Rúbrica Digital.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70" y="433517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de comisiones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exacto de lo que te debe cada compañía y lo que cobrás.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 a considerar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33" y="211080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tecnológica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Web Service de una aseguradora se cae, el cotizador falla.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2996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793" y="2110801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recurrentes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Suelen cobrarse según el tamaño de la cartera o cantidad de usuarios.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7024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33" y="4351081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en marketing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potentes para campañas publicitarias o embudos de venta que un CRM puro.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7024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793" y="4351081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709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toda la base de datos al inicio requiere tiempo y orden.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ALTERNATIVA GLOBAL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CRMs genéricos: HubSpot / Bitrix24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CFEAE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0853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8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absoluta en seguimiento de clientes y marketing automatizado.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8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comunicación interna si tenés un equipo grande de vendedores.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7373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6E4E1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2011680"/>
            <a:ext cx="566928" cy="566928"/>
          </a:xfrm>
          <a:prstGeom prst="ellipse">
            <a:avLst/>
          </a:prstGeom>
          <a:solidFill>
            <a:srgbClr val="C654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73" y="20853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cotizan: no se conectan con las aseguradoras argentinas para tirar un precio.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automatizan la Rúbrica Digital: el papeleo legal argentino se sigue haciendo a mano.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 Organizadores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propia de Katrix para que el PAS gestione su cartera, sus cobros y sus clientes desde el celular.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313456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consolidada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33924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administrado, distribución por ramos y por compañía en un solo dashboard.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41861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Cobranzas proactivas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44439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rechazados, deuda en efectivo y contacto directo por llamada o WhatsApp.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523768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5166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firma digital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54955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verificación en dos pasos y firma digital para validar pólizas.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32520" y="594360"/>
            <a:ext cx="2697480" cy="580644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/home/claude/cropped/Dashboard_Detallado_-_Gestión_de_Carte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96528" y="658368"/>
            <a:ext cx="2569464" cy="5678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 ORGANIZADORES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ciclo del cliente en un solo lugar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423160" y="1417320"/>
            <a:ext cx="2084832" cy="4434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home/claude/cropped/Main_Content_Canvas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7168" y="1481328"/>
            <a:ext cx="1956816" cy="4306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5943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194560" y="627278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nombre, DNI o póliza con filtros por ramo y estado de cada cliente.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56632" y="1417320"/>
            <a:ext cx="2084832" cy="4434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home/claude/cropped/Detalle_de_Cliente_-_Alejandro_Mora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1481328"/>
            <a:ext cx="1956816" cy="43068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8032" y="5943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Cliente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28032" y="627278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vigentes, historial de contacto y siniestros, con llamada o WhatsApp a un toque.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690104" y="1417320"/>
            <a:ext cx="2084832" cy="4434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home/claude/cropped/Cobranzas_-_Falta_de_Pa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54112" y="1481328"/>
            <a:ext cx="1956816" cy="43068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1504" y="5943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Cobranzas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461504" y="627278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Morosidad, débitos rechazados y cobranza en efectivo, todo priorizado por caso.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 ORGANIZADORES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alertas y marca personal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423160" y="1417320"/>
            <a:ext cx="2084832" cy="4434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home/claude/cropped/Configuración_de_Segurid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7168" y="1481328"/>
            <a:ext cx="1956816" cy="4306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5943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194560" y="627278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verificación en dos pasos y control de sesiones activas por dispositivo.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56632" y="1417320"/>
            <a:ext cx="2084832" cy="4434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home/claude/cropped/Configuración_de_Notificaci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1481328"/>
            <a:ext cx="1956816" cy="43068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8032" y="5943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28032" y="627278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configurables por cartera, cobranzas y siniestros, push o por correo.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690104" y="1417320"/>
            <a:ext cx="2084832" cy="4434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home/claude/cropped/Configuración_de_Firm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54112" y="1481328"/>
            <a:ext cx="1956816" cy="43068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1504" y="5943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461504" y="627278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personalizada del productor para validar documentos legales y pólizas.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DESARROLLAMOS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responde a los dolores del PAS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6712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25033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 manual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23134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6080760" y="23134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09" y="2360981"/>
            <a:ext cx="270662" cy="270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203911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Pólizas, clientes y cobranzas centralizados en una sola app.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13" name="Shape 9"/>
          <p:cNvSpPr/>
          <p:nvPr/>
        </p:nvSpPr>
        <p:spPr>
          <a:xfrm>
            <a:off x="896112" y="358444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366765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3456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 entre portales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076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2"/>
          <p:cNvSpPr/>
          <p:nvPr/>
        </p:nvSpPr>
        <p:spPr>
          <a:xfrm>
            <a:off x="608076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09" y="3778301"/>
            <a:ext cx="270662" cy="270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34564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ciclo del cliente (llamar, WhatsApp, historial) a un toque.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21" name="Shape 15"/>
          <p:cNvSpPr/>
          <p:nvPr/>
        </p:nvSpPr>
        <p:spPr>
          <a:xfrm>
            <a:off x="896112" y="500176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5084978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873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normativa y de seguridad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Shape 18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309" y="5195621"/>
            <a:ext cx="270662" cy="270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4873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digital, biometría y verificación en dos pasos integradas.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¿Vale la pena la inversión?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horas de carga administrativa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9976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3" y="204322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Retención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654296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renovación evitan la caída de pólizas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459" y="204322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Multas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8394192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absoluta ante inspecciones de la SSN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1090879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proyectada al liberar tiempo comercial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914400" y="4754880"/>
          <a:ext cx="103327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961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con JC Organizadores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la cartera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clientes y cuántas compañías principales usás hoy.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JC Organizadores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8912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Cargamos tu cartera y probás la app en vivo, sin costo, con tus propios datos.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5528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acompañada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5528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acompañamos a dejar atrás las planillas y portales sueltos, sin perder nada en el camino.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46268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4698187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74520" y="448056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hace falta migrar todo de golpe: con JC Organizadores empezás con un piloto y la cartera crece sin colapsar en el intento.”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¿Arrancamos con el piloto?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 para Productores de Seguros</dc:title>
  <dc:subject>PptxGenJS Presentation</dc:subject>
  <dc:creator>Katrix</dc:creator>
  <cp:lastModifiedBy>Katrix</cp:lastModifiedBy>
  <cp:revision>1</cp:revision>
  <dcterms:created xsi:type="dcterms:W3CDTF">2026-07-02T01:33:03Z</dcterms:created>
  <dcterms:modified xsi:type="dcterms:W3CDTF">2026-07-02T01:33:03Z</dcterms:modified>
</cp:coreProperties>
</file>