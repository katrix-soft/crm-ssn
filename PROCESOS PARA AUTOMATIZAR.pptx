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comments/comment1.xml" ContentType="application/vnd.openxmlformats-officedocument.presentationml.comments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comments/comment2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6" r:id="rId3"/>
    <p:sldId id="257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UARIO" initials="U" lastIdx="2" clrIdx="0">
    <p:extLst>
      <p:ext uri="{19B8F6BF-5375-455C-9EA6-DF929625EA0E}">
        <p15:presenceInfo xmlns:p15="http://schemas.microsoft.com/office/powerpoint/2012/main" userId="USUARI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6-09T20:41:24.368" idx="1">
    <p:pos x="10" y="10"/>
    <p:text/>
    <p:extLst>
      <p:ext uri="{C676402C-5697-4E1C-873F-D02D1690AC5C}">
        <p15:threadingInfo xmlns:p15="http://schemas.microsoft.com/office/powerpoint/2012/main" timeZoneBias="1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6-09T20:41:24.368" idx="2">
    <p:pos x="10" y="10"/>
    <p:text/>
    <p:extLst>
      <p:ext uri="{C676402C-5697-4E1C-873F-D02D1690AC5C}">
        <p15:threadingInfo xmlns:p15="http://schemas.microsoft.com/office/powerpoint/2012/main" timeZoneBias="180"/>
      </p:ext>
    </p:extLst>
  </p:cm>
</p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E90588-28FE-40BD-9FAF-401D26240824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s-AR"/>
        </a:p>
      </dgm:t>
    </dgm:pt>
    <dgm:pt modelId="{783767ED-DDA9-45FE-8400-14D81193D420}" type="pres">
      <dgm:prSet presAssocID="{9AE90588-28FE-40BD-9FAF-401D26240824}" presName="Name0" presStyleCnt="0">
        <dgm:presLayoutVars>
          <dgm:dir/>
          <dgm:resizeHandles val="exact"/>
        </dgm:presLayoutVars>
      </dgm:prSet>
      <dgm:spPr/>
    </dgm:pt>
  </dgm:ptLst>
  <dgm:cxnLst>
    <dgm:cxn modelId="{BDE3235C-AD8A-41D8-BAEA-FA9EA3B8F5B2}" type="presOf" srcId="{9AE90588-28FE-40BD-9FAF-401D26240824}" destId="{783767ED-DDA9-45FE-8400-14D81193D420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AE90588-28FE-40BD-9FAF-401D26240824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A2652C14-C8E4-4586-AA4B-4291908C15AF}">
      <dgm:prSet/>
      <dgm:spPr/>
      <dgm:t>
        <a:bodyPr/>
        <a:lstStyle/>
        <a:p>
          <a:r>
            <a:rPr lang="es-AR" dirty="0"/>
            <a:t>INFO WEB CIAS</a:t>
          </a:r>
        </a:p>
      </dgm:t>
    </dgm:pt>
    <dgm:pt modelId="{4778C8DA-6852-4634-A28A-46DE798DD68E}" type="parTrans" cxnId="{4ECF8449-AD57-42EF-965F-36F978C3D3CC}">
      <dgm:prSet/>
      <dgm:spPr/>
      <dgm:t>
        <a:bodyPr/>
        <a:lstStyle/>
        <a:p>
          <a:endParaRPr lang="es-AR"/>
        </a:p>
      </dgm:t>
    </dgm:pt>
    <dgm:pt modelId="{B7EEFD97-A091-492B-85D2-9BFD6B605F5D}" type="sibTrans" cxnId="{4ECF8449-AD57-42EF-965F-36F978C3D3CC}">
      <dgm:prSet/>
      <dgm:spPr/>
      <dgm:t>
        <a:bodyPr/>
        <a:lstStyle/>
        <a:p>
          <a:endParaRPr lang="es-AR"/>
        </a:p>
      </dgm:t>
    </dgm:pt>
    <dgm:pt modelId="{783767ED-DDA9-45FE-8400-14D81193D420}" type="pres">
      <dgm:prSet presAssocID="{9AE90588-28FE-40BD-9FAF-401D26240824}" presName="Name0" presStyleCnt="0">
        <dgm:presLayoutVars>
          <dgm:dir/>
          <dgm:resizeHandles val="exact"/>
        </dgm:presLayoutVars>
      </dgm:prSet>
      <dgm:spPr/>
    </dgm:pt>
    <dgm:pt modelId="{D504A804-1622-4301-A29B-1CF927BD313B}" type="pres">
      <dgm:prSet presAssocID="{A2652C14-C8E4-4586-AA4B-4291908C15AF}" presName="node" presStyleLbl="node1" presStyleIdx="0" presStyleCnt="1">
        <dgm:presLayoutVars>
          <dgm:bulletEnabled val="1"/>
        </dgm:presLayoutVars>
      </dgm:prSet>
      <dgm:spPr/>
    </dgm:pt>
  </dgm:ptLst>
  <dgm:cxnLst>
    <dgm:cxn modelId="{BDE3235C-AD8A-41D8-BAEA-FA9EA3B8F5B2}" type="presOf" srcId="{9AE90588-28FE-40BD-9FAF-401D26240824}" destId="{783767ED-DDA9-45FE-8400-14D81193D420}" srcOrd="0" destOrd="0" presId="urn:microsoft.com/office/officeart/2005/8/layout/process1"/>
    <dgm:cxn modelId="{4ECF8449-AD57-42EF-965F-36F978C3D3CC}" srcId="{9AE90588-28FE-40BD-9FAF-401D26240824}" destId="{A2652C14-C8E4-4586-AA4B-4291908C15AF}" srcOrd="0" destOrd="0" parTransId="{4778C8DA-6852-4634-A28A-46DE798DD68E}" sibTransId="{B7EEFD97-A091-492B-85D2-9BFD6B605F5D}"/>
    <dgm:cxn modelId="{AD6F6181-2CCF-4409-8CA5-DD5390175271}" type="presOf" srcId="{A2652C14-C8E4-4586-AA4B-4291908C15AF}" destId="{D504A804-1622-4301-A29B-1CF927BD313B}" srcOrd="0" destOrd="0" presId="urn:microsoft.com/office/officeart/2005/8/layout/process1"/>
    <dgm:cxn modelId="{7EC9B063-53B2-4F8E-90FF-088A9AC077E7}" type="presParOf" srcId="{783767ED-DDA9-45FE-8400-14D81193D420}" destId="{D504A804-1622-4301-A29B-1CF927BD313B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AE90588-28FE-40BD-9FAF-401D26240824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s-AR"/>
        </a:p>
      </dgm:t>
    </dgm:pt>
    <dgm:pt modelId="{783767ED-DDA9-45FE-8400-14D81193D420}" type="pres">
      <dgm:prSet presAssocID="{9AE90588-28FE-40BD-9FAF-401D26240824}" presName="Name0" presStyleCnt="0">
        <dgm:presLayoutVars>
          <dgm:dir/>
          <dgm:resizeHandles val="exact"/>
        </dgm:presLayoutVars>
      </dgm:prSet>
      <dgm:spPr/>
    </dgm:pt>
  </dgm:ptLst>
  <dgm:cxnLst>
    <dgm:cxn modelId="{BDE3235C-AD8A-41D8-BAEA-FA9EA3B8F5B2}" type="presOf" srcId="{9AE90588-28FE-40BD-9FAF-401D26240824}" destId="{783767ED-DDA9-45FE-8400-14D81193D420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AE90588-28FE-40BD-9FAF-401D26240824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A2652C14-C8E4-4586-AA4B-4291908C15AF}">
      <dgm:prSet/>
      <dgm:spPr/>
      <dgm:t>
        <a:bodyPr/>
        <a:lstStyle/>
        <a:p>
          <a:r>
            <a:rPr lang="es-AR"/>
            <a:t>INFO WEB CIAS</a:t>
          </a:r>
        </a:p>
      </dgm:t>
    </dgm:pt>
    <dgm:pt modelId="{4778C8DA-6852-4634-A28A-46DE798DD68E}" type="parTrans" cxnId="{4ECF8449-AD57-42EF-965F-36F978C3D3CC}">
      <dgm:prSet/>
      <dgm:spPr/>
      <dgm:t>
        <a:bodyPr/>
        <a:lstStyle/>
        <a:p>
          <a:endParaRPr lang="es-AR"/>
        </a:p>
      </dgm:t>
    </dgm:pt>
    <dgm:pt modelId="{B7EEFD97-A091-492B-85D2-9BFD6B605F5D}" type="sibTrans" cxnId="{4ECF8449-AD57-42EF-965F-36F978C3D3CC}">
      <dgm:prSet/>
      <dgm:spPr/>
      <dgm:t>
        <a:bodyPr/>
        <a:lstStyle/>
        <a:p>
          <a:endParaRPr lang="es-AR"/>
        </a:p>
      </dgm:t>
    </dgm:pt>
    <dgm:pt modelId="{783767ED-DDA9-45FE-8400-14D81193D420}" type="pres">
      <dgm:prSet presAssocID="{9AE90588-28FE-40BD-9FAF-401D26240824}" presName="Name0" presStyleCnt="0">
        <dgm:presLayoutVars>
          <dgm:dir/>
          <dgm:resizeHandles val="exact"/>
        </dgm:presLayoutVars>
      </dgm:prSet>
      <dgm:spPr/>
    </dgm:pt>
    <dgm:pt modelId="{D504A804-1622-4301-A29B-1CF927BD313B}" type="pres">
      <dgm:prSet presAssocID="{A2652C14-C8E4-4586-AA4B-4291908C15AF}" presName="node" presStyleLbl="node1" presStyleIdx="0" presStyleCnt="1">
        <dgm:presLayoutVars>
          <dgm:bulletEnabled val="1"/>
        </dgm:presLayoutVars>
      </dgm:prSet>
      <dgm:spPr/>
    </dgm:pt>
  </dgm:ptLst>
  <dgm:cxnLst>
    <dgm:cxn modelId="{BDE3235C-AD8A-41D8-BAEA-FA9EA3B8F5B2}" type="presOf" srcId="{9AE90588-28FE-40BD-9FAF-401D26240824}" destId="{783767ED-DDA9-45FE-8400-14D81193D420}" srcOrd="0" destOrd="0" presId="urn:microsoft.com/office/officeart/2005/8/layout/process1"/>
    <dgm:cxn modelId="{4ECF8449-AD57-42EF-965F-36F978C3D3CC}" srcId="{9AE90588-28FE-40BD-9FAF-401D26240824}" destId="{A2652C14-C8E4-4586-AA4B-4291908C15AF}" srcOrd="0" destOrd="0" parTransId="{4778C8DA-6852-4634-A28A-46DE798DD68E}" sibTransId="{B7EEFD97-A091-492B-85D2-9BFD6B605F5D}"/>
    <dgm:cxn modelId="{AD6F6181-2CCF-4409-8CA5-DD5390175271}" type="presOf" srcId="{A2652C14-C8E4-4586-AA4B-4291908C15AF}" destId="{D504A804-1622-4301-A29B-1CF927BD313B}" srcOrd="0" destOrd="0" presId="urn:microsoft.com/office/officeart/2005/8/layout/process1"/>
    <dgm:cxn modelId="{7EC9B063-53B2-4F8E-90FF-088A9AC077E7}" type="presParOf" srcId="{783767ED-DDA9-45FE-8400-14D81193D420}" destId="{D504A804-1622-4301-A29B-1CF927BD313B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AE90588-28FE-40BD-9FAF-401D26240824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A2652C14-C8E4-4586-AA4B-4291908C15AF}">
      <dgm:prSet/>
      <dgm:spPr/>
      <dgm:t>
        <a:bodyPr/>
        <a:lstStyle/>
        <a:p>
          <a:r>
            <a:rPr lang="es-AR"/>
            <a:t>INFO WEB CIAS</a:t>
          </a:r>
        </a:p>
      </dgm:t>
    </dgm:pt>
    <dgm:pt modelId="{4778C8DA-6852-4634-A28A-46DE798DD68E}" type="parTrans" cxnId="{4ECF8449-AD57-42EF-965F-36F978C3D3CC}">
      <dgm:prSet/>
      <dgm:spPr/>
      <dgm:t>
        <a:bodyPr/>
        <a:lstStyle/>
        <a:p>
          <a:endParaRPr lang="es-AR"/>
        </a:p>
      </dgm:t>
    </dgm:pt>
    <dgm:pt modelId="{B7EEFD97-A091-492B-85D2-9BFD6B605F5D}" type="sibTrans" cxnId="{4ECF8449-AD57-42EF-965F-36F978C3D3CC}">
      <dgm:prSet/>
      <dgm:spPr/>
      <dgm:t>
        <a:bodyPr/>
        <a:lstStyle/>
        <a:p>
          <a:endParaRPr lang="es-AR"/>
        </a:p>
      </dgm:t>
    </dgm:pt>
    <dgm:pt modelId="{783767ED-DDA9-45FE-8400-14D81193D420}" type="pres">
      <dgm:prSet presAssocID="{9AE90588-28FE-40BD-9FAF-401D26240824}" presName="Name0" presStyleCnt="0">
        <dgm:presLayoutVars>
          <dgm:dir/>
          <dgm:resizeHandles val="exact"/>
        </dgm:presLayoutVars>
      </dgm:prSet>
      <dgm:spPr/>
    </dgm:pt>
    <dgm:pt modelId="{D504A804-1622-4301-A29B-1CF927BD313B}" type="pres">
      <dgm:prSet presAssocID="{A2652C14-C8E4-4586-AA4B-4291908C15AF}" presName="node" presStyleLbl="node1" presStyleIdx="0" presStyleCnt="1">
        <dgm:presLayoutVars>
          <dgm:bulletEnabled val="1"/>
        </dgm:presLayoutVars>
      </dgm:prSet>
      <dgm:spPr/>
    </dgm:pt>
  </dgm:ptLst>
  <dgm:cxnLst>
    <dgm:cxn modelId="{BDE3235C-AD8A-41D8-BAEA-FA9EA3B8F5B2}" type="presOf" srcId="{9AE90588-28FE-40BD-9FAF-401D26240824}" destId="{783767ED-DDA9-45FE-8400-14D81193D420}" srcOrd="0" destOrd="0" presId="urn:microsoft.com/office/officeart/2005/8/layout/process1"/>
    <dgm:cxn modelId="{4ECF8449-AD57-42EF-965F-36F978C3D3CC}" srcId="{9AE90588-28FE-40BD-9FAF-401D26240824}" destId="{A2652C14-C8E4-4586-AA4B-4291908C15AF}" srcOrd="0" destOrd="0" parTransId="{4778C8DA-6852-4634-A28A-46DE798DD68E}" sibTransId="{B7EEFD97-A091-492B-85D2-9BFD6B605F5D}"/>
    <dgm:cxn modelId="{AD6F6181-2CCF-4409-8CA5-DD5390175271}" type="presOf" srcId="{A2652C14-C8E4-4586-AA4B-4291908C15AF}" destId="{D504A804-1622-4301-A29B-1CF927BD313B}" srcOrd="0" destOrd="0" presId="urn:microsoft.com/office/officeart/2005/8/layout/process1"/>
    <dgm:cxn modelId="{7EC9B063-53B2-4F8E-90FF-088A9AC077E7}" type="presParOf" srcId="{783767ED-DDA9-45FE-8400-14D81193D420}" destId="{D504A804-1622-4301-A29B-1CF927BD313B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AE90588-28FE-40BD-9FAF-401D26240824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A2652C14-C8E4-4586-AA4B-4291908C15AF}">
      <dgm:prSet/>
      <dgm:spPr/>
      <dgm:t>
        <a:bodyPr/>
        <a:lstStyle/>
        <a:p>
          <a:r>
            <a:rPr lang="es-AR" dirty="0"/>
            <a:t>PAS</a:t>
          </a:r>
        </a:p>
      </dgm:t>
    </dgm:pt>
    <dgm:pt modelId="{4778C8DA-6852-4634-A28A-46DE798DD68E}" type="parTrans" cxnId="{4ECF8449-AD57-42EF-965F-36F978C3D3CC}">
      <dgm:prSet/>
      <dgm:spPr/>
      <dgm:t>
        <a:bodyPr/>
        <a:lstStyle/>
        <a:p>
          <a:endParaRPr lang="es-AR"/>
        </a:p>
      </dgm:t>
    </dgm:pt>
    <dgm:pt modelId="{B7EEFD97-A091-492B-85D2-9BFD6B605F5D}" type="sibTrans" cxnId="{4ECF8449-AD57-42EF-965F-36F978C3D3CC}">
      <dgm:prSet/>
      <dgm:spPr/>
      <dgm:t>
        <a:bodyPr/>
        <a:lstStyle/>
        <a:p>
          <a:endParaRPr lang="es-AR"/>
        </a:p>
      </dgm:t>
    </dgm:pt>
    <dgm:pt modelId="{783767ED-DDA9-45FE-8400-14D81193D420}" type="pres">
      <dgm:prSet presAssocID="{9AE90588-28FE-40BD-9FAF-401D26240824}" presName="Name0" presStyleCnt="0">
        <dgm:presLayoutVars>
          <dgm:dir/>
          <dgm:resizeHandles val="exact"/>
        </dgm:presLayoutVars>
      </dgm:prSet>
      <dgm:spPr/>
    </dgm:pt>
    <dgm:pt modelId="{D504A804-1622-4301-A29B-1CF927BD313B}" type="pres">
      <dgm:prSet presAssocID="{A2652C14-C8E4-4586-AA4B-4291908C15AF}" presName="node" presStyleLbl="node1" presStyleIdx="0" presStyleCnt="1">
        <dgm:presLayoutVars>
          <dgm:bulletEnabled val="1"/>
        </dgm:presLayoutVars>
      </dgm:prSet>
      <dgm:spPr/>
    </dgm:pt>
  </dgm:ptLst>
  <dgm:cxnLst>
    <dgm:cxn modelId="{BDE3235C-AD8A-41D8-BAEA-FA9EA3B8F5B2}" type="presOf" srcId="{9AE90588-28FE-40BD-9FAF-401D26240824}" destId="{783767ED-DDA9-45FE-8400-14D81193D420}" srcOrd="0" destOrd="0" presId="urn:microsoft.com/office/officeart/2005/8/layout/process1"/>
    <dgm:cxn modelId="{4ECF8449-AD57-42EF-965F-36F978C3D3CC}" srcId="{9AE90588-28FE-40BD-9FAF-401D26240824}" destId="{A2652C14-C8E4-4586-AA4B-4291908C15AF}" srcOrd="0" destOrd="0" parTransId="{4778C8DA-6852-4634-A28A-46DE798DD68E}" sibTransId="{B7EEFD97-A091-492B-85D2-9BFD6B605F5D}"/>
    <dgm:cxn modelId="{AD6F6181-2CCF-4409-8CA5-DD5390175271}" type="presOf" srcId="{A2652C14-C8E4-4586-AA4B-4291908C15AF}" destId="{D504A804-1622-4301-A29B-1CF927BD313B}" srcOrd="0" destOrd="0" presId="urn:microsoft.com/office/officeart/2005/8/layout/process1"/>
    <dgm:cxn modelId="{7EC9B063-53B2-4F8E-90FF-088A9AC077E7}" type="presParOf" srcId="{783767ED-DDA9-45FE-8400-14D81193D420}" destId="{D504A804-1622-4301-A29B-1CF927BD313B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2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AE90588-28FE-40BD-9FAF-401D26240824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A2652C14-C8E4-4586-AA4B-4291908C15AF}">
      <dgm:prSet/>
      <dgm:spPr/>
      <dgm:t>
        <a:bodyPr/>
        <a:lstStyle/>
        <a:p>
          <a:r>
            <a:rPr lang="es-AR" dirty="0"/>
            <a:t>CLIENTES</a:t>
          </a:r>
        </a:p>
      </dgm:t>
    </dgm:pt>
    <dgm:pt modelId="{4778C8DA-6852-4634-A28A-46DE798DD68E}" type="parTrans" cxnId="{4ECF8449-AD57-42EF-965F-36F978C3D3CC}">
      <dgm:prSet/>
      <dgm:spPr/>
      <dgm:t>
        <a:bodyPr/>
        <a:lstStyle/>
        <a:p>
          <a:endParaRPr lang="es-AR"/>
        </a:p>
      </dgm:t>
    </dgm:pt>
    <dgm:pt modelId="{B7EEFD97-A091-492B-85D2-9BFD6B605F5D}" type="sibTrans" cxnId="{4ECF8449-AD57-42EF-965F-36F978C3D3CC}">
      <dgm:prSet/>
      <dgm:spPr/>
      <dgm:t>
        <a:bodyPr/>
        <a:lstStyle/>
        <a:p>
          <a:endParaRPr lang="es-AR"/>
        </a:p>
      </dgm:t>
    </dgm:pt>
    <dgm:pt modelId="{783767ED-DDA9-45FE-8400-14D81193D420}" type="pres">
      <dgm:prSet presAssocID="{9AE90588-28FE-40BD-9FAF-401D26240824}" presName="Name0" presStyleCnt="0">
        <dgm:presLayoutVars>
          <dgm:dir/>
          <dgm:resizeHandles val="exact"/>
        </dgm:presLayoutVars>
      </dgm:prSet>
      <dgm:spPr/>
    </dgm:pt>
    <dgm:pt modelId="{D504A804-1622-4301-A29B-1CF927BD313B}" type="pres">
      <dgm:prSet presAssocID="{A2652C14-C8E4-4586-AA4B-4291908C15AF}" presName="node" presStyleLbl="node1" presStyleIdx="0" presStyleCnt="1">
        <dgm:presLayoutVars>
          <dgm:bulletEnabled val="1"/>
        </dgm:presLayoutVars>
      </dgm:prSet>
      <dgm:spPr/>
    </dgm:pt>
  </dgm:ptLst>
  <dgm:cxnLst>
    <dgm:cxn modelId="{BDE3235C-AD8A-41D8-BAEA-FA9EA3B8F5B2}" type="presOf" srcId="{9AE90588-28FE-40BD-9FAF-401D26240824}" destId="{783767ED-DDA9-45FE-8400-14D81193D420}" srcOrd="0" destOrd="0" presId="urn:microsoft.com/office/officeart/2005/8/layout/process1"/>
    <dgm:cxn modelId="{4ECF8449-AD57-42EF-965F-36F978C3D3CC}" srcId="{9AE90588-28FE-40BD-9FAF-401D26240824}" destId="{A2652C14-C8E4-4586-AA4B-4291908C15AF}" srcOrd="0" destOrd="0" parTransId="{4778C8DA-6852-4634-A28A-46DE798DD68E}" sibTransId="{B7EEFD97-A091-492B-85D2-9BFD6B605F5D}"/>
    <dgm:cxn modelId="{AD6F6181-2CCF-4409-8CA5-DD5390175271}" type="presOf" srcId="{A2652C14-C8E4-4586-AA4B-4291908C15AF}" destId="{D504A804-1622-4301-A29B-1CF927BD313B}" srcOrd="0" destOrd="0" presId="urn:microsoft.com/office/officeart/2005/8/layout/process1"/>
    <dgm:cxn modelId="{7EC9B063-53B2-4F8E-90FF-088A9AC077E7}" type="presParOf" srcId="{783767ED-DDA9-45FE-8400-14D81193D420}" destId="{D504A804-1622-4301-A29B-1CF927BD313B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31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AE90588-28FE-40BD-9FAF-401D26240824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A2652C14-C8E4-4586-AA4B-4291908C15AF}">
      <dgm:prSet/>
      <dgm:spPr/>
      <dgm:t>
        <a:bodyPr/>
        <a:lstStyle/>
        <a:p>
          <a:r>
            <a:rPr lang="es-AR" dirty="0"/>
            <a:t>INFO WEB CIAS</a:t>
          </a:r>
        </a:p>
      </dgm:t>
    </dgm:pt>
    <dgm:pt modelId="{4778C8DA-6852-4634-A28A-46DE798DD68E}" type="parTrans" cxnId="{4ECF8449-AD57-42EF-965F-36F978C3D3CC}">
      <dgm:prSet/>
      <dgm:spPr/>
      <dgm:t>
        <a:bodyPr/>
        <a:lstStyle/>
        <a:p>
          <a:endParaRPr lang="es-AR"/>
        </a:p>
      </dgm:t>
    </dgm:pt>
    <dgm:pt modelId="{B7EEFD97-A091-492B-85D2-9BFD6B605F5D}" type="sibTrans" cxnId="{4ECF8449-AD57-42EF-965F-36F978C3D3CC}">
      <dgm:prSet/>
      <dgm:spPr/>
      <dgm:t>
        <a:bodyPr/>
        <a:lstStyle/>
        <a:p>
          <a:endParaRPr lang="es-AR"/>
        </a:p>
      </dgm:t>
    </dgm:pt>
    <dgm:pt modelId="{783767ED-DDA9-45FE-8400-14D81193D420}" type="pres">
      <dgm:prSet presAssocID="{9AE90588-28FE-40BD-9FAF-401D26240824}" presName="Name0" presStyleCnt="0">
        <dgm:presLayoutVars>
          <dgm:dir/>
          <dgm:resizeHandles val="exact"/>
        </dgm:presLayoutVars>
      </dgm:prSet>
      <dgm:spPr/>
    </dgm:pt>
    <dgm:pt modelId="{D504A804-1622-4301-A29B-1CF927BD313B}" type="pres">
      <dgm:prSet presAssocID="{A2652C14-C8E4-4586-AA4B-4291908C15AF}" presName="node" presStyleLbl="node1" presStyleIdx="0" presStyleCnt="1">
        <dgm:presLayoutVars>
          <dgm:bulletEnabled val="1"/>
        </dgm:presLayoutVars>
      </dgm:prSet>
      <dgm:spPr/>
    </dgm:pt>
  </dgm:ptLst>
  <dgm:cxnLst>
    <dgm:cxn modelId="{BDE3235C-AD8A-41D8-BAEA-FA9EA3B8F5B2}" type="presOf" srcId="{9AE90588-28FE-40BD-9FAF-401D26240824}" destId="{783767ED-DDA9-45FE-8400-14D81193D420}" srcOrd="0" destOrd="0" presId="urn:microsoft.com/office/officeart/2005/8/layout/process1"/>
    <dgm:cxn modelId="{4ECF8449-AD57-42EF-965F-36F978C3D3CC}" srcId="{9AE90588-28FE-40BD-9FAF-401D26240824}" destId="{A2652C14-C8E4-4586-AA4B-4291908C15AF}" srcOrd="0" destOrd="0" parTransId="{4778C8DA-6852-4634-A28A-46DE798DD68E}" sibTransId="{B7EEFD97-A091-492B-85D2-9BFD6B605F5D}"/>
    <dgm:cxn modelId="{AD6F6181-2CCF-4409-8CA5-DD5390175271}" type="presOf" srcId="{A2652C14-C8E4-4586-AA4B-4291908C15AF}" destId="{D504A804-1622-4301-A29B-1CF927BD313B}" srcOrd="0" destOrd="0" presId="urn:microsoft.com/office/officeart/2005/8/layout/process1"/>
    <dgm:cxn modelId="{7EC9B063-53B2-4F8E-90FF-088A9AC077E7}" type="presParOf" srcId="{783767ED-DDA9-45FE-8400-14D81193D420}" destId="{D504A804-1622-4301-A29B-1CF927BD313B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AE90588-28FE-40BD-9FAF-401D26240824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s-AR"/>
        </a:p>
      </dgm:t>
    </dgm:pt>
    <dgm:pt modelId="{783767ED-DDA9-45FE-8400-14D81193D420}" type="pres">
      <dgm:prSet presAssocID="{9AE90588-28FE-40BD-9FAF-401D26240824}" presName="Name0" presStyleCnt="0">
        <dgm:presLayoutVars>
          <dgm:dir/>
          <dgm:resizeHandles val="exact"/>
        </dgm:presLayoutVars>
      </dgm:prSet>
      <dgm:spPr/>
    </dgm:pt>
  </dgm:ptLst>
  <dgm:cxnLst>
    <dgm:cxn modelId="{BDE3235C-AD8A-41D8-BAEA-FA9EA3B8F5B2}" type="presOf" srcId="{9AE90588-28FE-40BD-9FAF-401D26240824}" destId="{783767ED-DDA9-45FE-8400-14D81193D420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9AE90588-28FE-40BD-9FAF-401D26240824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A2652C14-C8E4-4586-AA4B-4291908C15AF}">
      <dgm:prSet/>
      <dgm:spPr/>
      <dgm:t>
        <a:bodyPr/>
        <a:lstStyle/>
        <a:p>
          <a:r>
            <a:rPr lang="es-AR"/>
            <a:t>INFO WEB CIAS</a:t>
          </a:r>
        </a:p>
      </dgm:t>
    </dgm:pt>
    <dgm:pt modelId="{4778C8DA-6852-4634-A28A-46DE798DD68E}" type="parTrans" cxnId="{4ECF8449-AD57-42EF-965F-36F978C3D3CC}">
      <dgm:prSet/>
      <dgm:spPr/>
      <dgm:t>
        <a:bodyPr/>
        <a:lstStyle/>
        <a:p>
          <a:endParaRPr lang="es-AR"/>
        </a:p>
      </dgm:t>
    </dgm:pt>
    <dgm:pt modelId="{B7EEFD97-A091-492B-85D2-9BFD6B605F5D}" type="sibTrans" cxnId="{4ECF8449-AD57-42EF-965F-36F978C3D3CC}">
      <dgm:prSet/>
      <dgm:spPr/>
      <dgm:t>
        <a:bodyPr/>
        <a:lstStyle/>
        <a:p>
          <a:endParaRPr lang="es-AR"/>
        </a:p>
      </dgm:t>
    </dgm:pt>
    <dgm:pt modelId="{783767ED-DDA9-45FE-8400-14D81193D420}" type="pres">
      <dgm:prSet presAssocID="{9AE90588-28FE-40BD-9FAF-401D26240824}" presName="Name0" presStyleCnt="0">
        <dgm:presLayoutVars>
          <dgm:dir/>
          <dgm:resizeHandles val="exact"/>
        </dgm:presLayoutVars>
      </dgm:prSet>
      <dgm:spPr/>
    </dgm:pt>
    <dgm:pt modelId="{D504A804-1622-4301-A29B-1CF927BD313B}" type="pres">
      <dgm:prSet presAssocID="{A2652C14-C8E4-4586-AA4B-4291908C15AF}" presName="node" presStyleLbl="node1" presStyleIdx="0" presStyleCnt="1">
        <dgm:presLayoutVars>
          <dgm:bulletEnabled val="1"/>
        </dgm:presLayoutVars>
      </dgm:prSet>
      <dgm:spPr/>
    </dgm:pt>
  </dgm:ptLst>
  <dgm:cxnLst>
    <dgm:cxn modelId="{BDE3235C-AD8A-41D8-BAEA-FA9EA3B8F5B2}" type="presOf" srcId="{9AE90588-28FE-40BD-9FAF-401D26240824}" destId="{783767ED-DDA9-45FE-8400-14D81193D420}" srcOrd="0" destOrd="0" presId="urn:microsoft.com/office/officeart/2005/8/layout/process1"/>
    <dgm:cxn modelId="{4ECF8449-AD57-42EF-965F-36F978C3D3CC}" srcId="{9AE90588-28FE-40BD-9FAF-401D26240824}" destId="{A2652C14-C8E4-4586-AA4B-4291908C15AF}" srcOrd="0" destOrd="0" parTransId="{4778C8DA-6852-4634-A28A-46DE798DD68E}" sibTransId="{B7EEFD97-A091-492B-85D2-9BFD6B605F5D}"/>
    <dgm:cxn modelId="{AD6F6181-2CCF-4409-8CA5-DD5390175271}" type="presOf" srcId="{A2652C14-C8E4-4586-AA4B-4291908C15AF}" destId="{D504A804-1622-4301-A29B-1CF927BD313B}" srcOrd="0" destOrd="0" presId="urn:microsoft.com/office/officeart/2005/8/layout/process1"/>
    <dgm:cxn modelId="{7EC9B063-53B2-4F8E-90FF-088A9AC077E7}" type="presParOf" srcId="{783767ED-DDA9-45FE-8400-14D81193D420}" destId="{D504A804-1622-4301-A29B-1CF927BD313B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9AE90588-28FE-40BD-9FAF-401D26240824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A2652C14-C8E4-4586-AA4B-4291908C15AF}">
      <dgm:prSet/>
      <dgm:spPr/>
      <dgm:t>
        <a:bodyPr/>
        <a:lstStyle/>
        <a:p>
          <a:r>
            <a:rPr lang="es-AR"/>
            <a:t>INFO WEB CIAS</a:t>
          </a:r>
        </a:p>
      </dgm:t>
    </dgm:pt>
    <dgm:pt modelId="{4778C8DA-6852-4634-A28A-46DE798DD68E}" type="parTrans" cxnId="{4ECF8449-AD57-42EF-965F-36F978C3D3CC}">
      <dgm:prSet/>
      <dgm:spPr/>
      <dgm:t>
        <a:bodyPr/>
        <a:lstStyle/>
        <a:p>
          <a:endParaRPr lang="es-AR"/>
        </a:p>
      </dgm:t>
    </dgm:pt>
    <dgm:pt modelId="{B7EEFD97-A091-492B-85D2-9BFD6B605F5D}" type="sibTrans" cxnId="{4ECF8449-AD57-42EF-965F-36F978C3D3CC}">
      <dgm:prSet/>
      <dgm:spPr/>
      <dgm:t>
        <a:bodyPr/>
        <a:lstStyle/>
        <a:p>
          <a:endParaRPr lang="es-AR"/>
        </a:p>
      </dgm:t>
    </dgm:pt>
    <dgm:pt modelId="{783767ED-DDA9-45FE-8400-14D81193D420}" type="pres">
      <dgm:prSet presAssocID="{9AE90588-28FE-40BD-9FAF-401D26240824}" presName="Name0" presStyleCnt="0">
        <dgm:presLayoutVars>
          <dgm:dir/>
          <dgm:resizeHandles val="exact"/>
        </dgm:presLayoutVars>
      </dgm:prSet>
      <dgm:spPr/>
    </dgm:pt>
    <dgm:pt modelId="{D504A804-1622-4301-A29B-1CF927BD313B}" type="pres">
      <dgm:prSet presAssocID="{A2652C14-C8E4-4586-AA4B-4291908C15AF}" presName="node" presStyleLbl="node1" presStyleIdx="0" presStyleCnt="1">
        <dgm:presLayoutVars>
          <dgm:bulletEnabled val="1"/>
        </dgm:presLayoutVars>
      </dgm:prSet>
      <dgm:spPr/>
    </dgm:pt>
  </dgm:ptLst>
  <dgm:cxnLst>
    <dgm:cxn modelId="{BDE3235C-AD8A-41D8-BAEA-FA9EA3B8F5B2}" type="presOf" srcId="{9AE90588-28FE-40BD-9FAF-401D26240824}" destId="{783767ED-DDA9-45FE-8400-14D81193D420}" srcOrd="0" destOrd="0" presId="urn:microsoft.com/office/officeart/2005/8/layout/process1"/>
    <dgm:cxn modelId="{4ECF8449-AD57-42EF-965F-36F978C3D3CC}" srcId="{9AE90588-28FE-40BD-9FAF-401D26240824}" destId="{A2652C14-C8E4-4586-AA4B-4291908C15AF}" srcOrd="0" destOrd="0" parTransId="{4778C8DA-6852-4634-A28A-46DE798DD68E}" sibTransId="{B7EEFD97-A091-492B-85D2-9BFD6B605F5D}"/>
    <dgm:cxn modelId="{AD6F6181-2CCF-4409-8CA5-DD5390175271}" type="presOf" srcId="{A2652C14-C8E4-4586-AA4B-4291908C15AF}" destId="{D504A804-1622-4301-A29B-1CF927BD313B}" srcOrd="0" destOrd="0" presId="urn:microsoft.com/office/officeart/2005/8/layout/process1"/>
    <dgm:cxn modelId="{7EC9B063-53B2-4F8E-90FF-088A9AC077E7}" type="presParOf" srcId="{783767ED-DDA9-45FE-8400-14D81193D420}" destId="{D504A804-1622-4301-A29B-1CF927BD313B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9AE90588-28FE-40BD-9FAF-401D26240824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A2652C14-C8E4-4586-AA4B-4291908C15AF}">
      <dgm:prSet/>
      <dgm:spPr/>
      <dgm:t>
        <a:bodyPr/>
        <a:lstStyle/>
        <a:p>
          <a:r>
            <a:rPr lang="es-AR" dirty="0"/>
            <a:t>PAS</a:t>
          </a:r>
        </a:p>
      </dgm:t>
    </dgm:pt>
    <dgm:pt modelId="{4778C8DA-6852-4634-A28A-46DE798DD68E}" type="parTrans" cxnId="{4ECF8449-AD57-42EF-965F-36F978C3D3CC}">
      <dgm:prSet/>
      <dgm:spPr/>
      <dgm:t>
        <a:bodyPr/>
        <a:lstStyle/>
        <a:p>
          <a:endParaRPr lang="es-AR"/>
        </a:p>
      </dgm:t>
    </dgm:pt>
    <dgm:pt modelId="{B7EEFD97-A091-492B-85D2-9BFD6B605F5D}" type="sibTrans" cxnId="{4ECF8449-AD57-42EF-965F-36F978C3D3CC}">
      <dgm:prSet/>
      <dgm:spPr/>
      <dgm:t>
        <a:bodyPr/>
        <a:lstStyle/>
        <a:p>
          <a:endParaRPr lang="es-AR"/>
        </a:p>
      </dgm:t>
    </dgm:pt>
    <dgm:pt modelId="{783767ED-DDA9-45FE-8400-14D81193D420}" type="pres">
      <dgm:prSet presAssocID="{9AE90588-28FE-40BD-9FAF-401D26240824}" presName="Name0" presStyleCnt="0">
        <dgm:presLayoutVars>
          <dgm:dir/>
          <dgm:resizeHandles val="exact"/>
        </dgm:presLayoutVars>
      </dgm:prSet>
      <dgm:spPr/>
    </dgm:pt>
    <dgm:pt modelId="{D504A804-1622-4301-A29B-1CF927BD313B}" type="pres">
      <dgm:prSet presAssocID="{A2652C14-C8E4-4586-AA4B-4291908C15AF}" presName="node" presStyleLbl="node1" presStyleIdx="0" presStyleCnt="1">
        <dgm:presLayoutVars>
          <dgm:bulletEnabled val="1"/>
        </dgm:presLayoutVars>
      </dgm:prSet>
      <dgm:spPr/>
    </dgm:pt>
  </dgm:ptLst>
  <dgm:cxnLst>
    <dgm:cxn modelId="{BDE3235C-AD8A-41D8-BAEA-FA9EA3B8F5B2}" type="presOf" srcId="{9AE90588-28FE-40BD-9FAF-401D26240824}" destId="{783767ED-DDA9-45FE-8400-14D81193D420}" srcOrd="0" destOrd="0" presId="urn:microsoft.com/office/officeart/2005/8/layout/process1"/>
    <dgm:cxn modelId="{4ECF8449-AD57-42EF-965F-36F978C3D3CC}" srcId="{9AE90588-28FE-40BD-9FAF-401D26240824}" destId="{A2652C14-C8E4-4586-AA4B-4291908C15AF}" srcOrd="0" destOrd="0" parTransId="{4778C8DA-6852-4634-A28A-46DE798DD68E}" sibTransId="{B7EEFD97-A091-492B-85D2-9BFD6B605F5D}"/>
    <dgm:cxn modelId="{AD6F6181-2CCF-4409-8CA5-DD5390175271}" type="presOf" srcId="{A2652C14-C8E4-4586-AA4B-4291908C15AF}" destId="{D504A804-1622-4301-A29B-1CF927BD313B}" srcOrd="0" destOrd="0" presId="urn:microsoft.com/office/officeart/2005/8/layout/process1"/>
    <dgm:cxn modelId="{7EC9B063-53B2-4F8E-90FF-088A9AC077E7}" type="presParOf" srcId="{783767ED-DDA9-45FE-8400-14D81193D420}" destId="{D504A804-1622-4301-A29B-1CF927BD313B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2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9AE90588-28FE-40BD-9FAF-401D26240824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A2652C14-C8E4-4586-AA4B-4291908C15AF}">
      <dgm:prSet/>
      <dgm:spPr/>
      <dgm:t>
        <a:bodyPr/>
        <a:lstStyle/>
        <a:p>
          <a:r>
            <a:rPr lang="es-AR" dirty="0"/>
            <a:t>CLIENTES</a:t>
          </a:r>
        </a:p>
      </dgm:t>
    </dgm:pt>
    <dgm:pt modelId="{4778C8DA-6852-4634-A28A-46DE798DD68E}" type="parTrans" cxnId="{4ECF8449-AD57-42EF-965F-36F978C3D3CC}">
      <dgm:prSet/>
      <dgm:spPr/>
      <dgm:t>
        <a:bodyPr/>
        <a:lstStyle/>
        <a:p>
          <a:endParaRPr lang="es-AR"/>
        </a:p>
      </dgm:t>
    </dgm:pt>
    <dgm:pt modelId="{B7EEFD97-A091-492B-85D2-9BFD6B605F5D}" type="sibTrans" cxnId="{4ECF8449-AD57-42EF-965F-36F978C3D3CC}">
      <dgm:prSet/>
      <dgm:spPr/>
      <dgm:t>
        <a:bodyPr/>
        <a:lstStyle/>
        <a:p>
          <a:endParaRPr lang="es-AR"/>
        </a:p>
      </dgm:t>
    </dgm:pt>
    <dgm:pt modelId="{783767ED-DDA9-45FE-8400-14D81193D420}" type="pres">
      <dgm:prSet presAssocID="{9AE90588-28FE-40BD-9FAF-401D26240824}" presName="Name0" presStyleCnt="0">
        <dgm:presLayoutVars>
          <dgm:dir/>
          <dgm:resizeHandles val="exact"/>
        </dgm:presLayoutVars>
      </dgm:prSet>
      <dgm:spPr/>
    </dgm:pt>
    <dgm:pt modelId="{D504A804-1622-4301-A29B-1CF927BD313B}" type="pres">
      <dgm:prSet presAssocID="{A2652C14-C8E4-4586-AA4B-4291908C15AF}" presName="node" presStyleLbl="node1" presStyleIdx="0" presStyleCnt="1">
        <dgm:presLayoutVars>
          <dgm:bulletEnabled val="1"/>
        </dgm:presLayoutVars>
      </dgm:prSet>
      <dgm:spPr/>
    </dgm:pt>
  </dgm:ptLst>
  <dgm:cxnLst>
    <dgm:cxn modelId="{BDE3235C-AD8A-41D8-BAEA-FA9EA3B8F5B2}" type="presOf" srcId="{9AE90588-28FE-40BD-9FAF-401D26240824}" destId="{783767ED-DDA9-45FE-8400-14D81193D420}" srcOrd="0" destOrd="0" presId="urn:microsoft.com/office/officeart/2005/8/layout/process1"/>
    <dgm:cxn modelId="{4ECF8449-AD57-42EF-965F-36F978C3D3CC}" srcId="{9AE90588-28FE-40BD-9FAF-401D26240824}" destId="{A2652C14-C8E4-4586-AA4B-4291908C15AF}" srcOrd="0" destOrd="0" parTransId="{4778C8DA-6852-4634-A28A-46DE798DD68E}" sibTransId="{B7EEFD97-A091-492B-85D2-9BFD6B605F5D}"/>
    <dgm:cxn modelId="{AD6F6181-2CCF-4409-8CA5-DD5390175271}" type="presOf" srcId="{A2652C14-C8E4-4586-AA4B-4291908C15AF}" destId="{D504A804-1622-4301-A29B-1CF927BD313B}" srcOrd="0" destOrd="0" presId="urn:microsoft.com/office/officeart/2005/8/layout/process1"/>
    <dgm:cxn modelId="{7EC9B063-53B2-4F8E-90FF-088A9AC077E7}" type="presParOf" srcId="{783767ED-DDA9-45FE-8400-14D81193D420}" destId="{D504A804-1622-4301-A29B-1CF927BD313B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31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9AE90588-28FE-40BD-9FAF-401D26240824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A2652C14-C8E4-4586-AA4B-4291908C15AF}">
      <dgm:prSet/>
      <dgm:spPr/>
      <dgm:t>
        <a:bodyPr/>
        <a:lstStyle/>
        <a:p>
          <a:r>
            <a:rPr lang="es-AR" dirty="0"/>
            <a:t>SINIESTRO CLIENTE</a:t>
          </a:r>
        </a:p>
      </dgm:t>
    </dgm:pt>
    <dgm:pt modelId="{4778C8DA-6852-4634-A28A-46DE798DD68E}" type="parTrans" cxnId="{4ECF8449-AD57-42EF-965F-36F978C3D3CC}">
      <dgm:prSet/>
      <dgm:spPr/>
      <dgm:t>
        <a:bodyPr/>
        <a:lstStyle/>
        <a:p>
          <a:endParaRPr lang="es-AR"/>
        </a:p>
      </dgm:t>
    </dgm:pt>
    <dgm:pt modelId="{B7EEFD97-A091-492B-85D2-9BFD6B605F5D}" type="sibTrans" cxnId="{4ECF8449-AD57-42EF-965F-36F978C3D3CC}">
      <dgm:prSet/>
      <dgm:spPr/>
      <dgm:t>
        <a:bodyPr/>
        <a:lstStyle/>
        <a:p>
          <a:endParaRPr lang="es-AR"/>
        </a:p>
      </dgm:t>
    </dgm:pt>
    <dgm:pt modelId="{783767ED-DDA9-45FE-8400-14D81193D420}" type="pres">
      <dgm:prSet presAssocID="{9AE90588-28FE-40BD-9FAF-401D26240824}" presName="Name0" presStyleCnt="0">
        <dgm:presLayoutVars>
          <dgm:dir/>
          <dgm:resizeHandles val="exact"/>
        </dgm:presLayoutVars>
      </dgm:prSet>
      <dgm:spPr/>
    </dgm:pt>
    <dgm:pt modelId="{D504A804-1622-4301-A29B-1CF927BD313B}" type="pres">
      <dgm:prSet presAssocID="{A2652C14-C8E4-4586-AA4B-4291908C15AF}" presName="node" presStyleLbl="node1" presStyleIdx="0" presStyleCnt="1">
        <dgm:presLayoutVars>
          <dgm:bulletEnabled val="1"/>
        </dgm:presLayoutVars>
      </dgm:prSet>
      <dgm:spPr/>
    </dgm:pt>
  </dgm:ptLst>
  <dgm:cxnLst>
    <dgm:cxn modelId="{BDE3235C-AD8A-41D8-BAEA-FA9EA3B8F5B2}" type="presOf" srcId="{9AE90588-28FE-40BD-9FAF-401D26240824}" destId="{783767ED-DDA9-45FE-8400-14D81193D420}" srcOrd="0" destOrd="0" presId="urn:microsoft.com/office/officeart/2005/8/layout/process1"/>
    <dgm:cxn modelId="{4ECF8449-AD57-42EF-965F-36F978C3D3CC}" srcId="{9AE90588-28FE-40BD-9FAF-401D26240824}" destId="{A2652C14-C8E4-4586-AA4B-4291908C15AF}" srcOrd="0" destOrd="0" parTransId="{4778C8DA-6852-4634-A28A-46DE798DD68E}" sibTransId="{B7EEFD97-A091-492B-85D2-9BFD6B605F5D}"/>
    <dgm:cxn modelId="{AD6F6181-2CCF-4409-8CA5-DD5390175271}" type="presOf" srcId="{A2652C14-C8E4-4586-AA4B-4291908C15AF}" destId="{D504A804-1622-4301-A29B-1CF927BD313B}" srcOrd="0" destOrd="0" presId="urn:microsoft.com/office/officeart/2005/8/layout/process1"/>
    <dgm:cxn modelId="{7EC9B063-53B2-4F8E-90FF-088A9AC077E7}" type="presParOf" srcId="{783767ED-DDA9-45FE-8400-14D81193D420}" destId="{D504A804-1622-4301-A29B-1CF927BD313B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9AE90588-28FE-40BD-9FAF-401D26240824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s-AR"/>
        </a:p>
      </dgm:t>
    </dgm:pt>
    <dgm:pt modelId="{783767ED-DDA9-45FE-8400-14D81193D420}" type="pres">
      <dgm:prSet presAssocID="{9AE90588-28FE-40BD-9FAF-401D26240824}" presName="Name0" presStyleCnt="0">
        <dgm:presLayoutVars>
          <dgm:dir/>
          <dgm:resizeHandles val="exact"/>
        </dgm:presLayoutVars>
      </dgm:prSet>
      <dgm:spPr/>
    </dgm:pt>
  </dgm:ptLst>
  <dgm:cxnLst>
    <dgm:cxn modelId="{BDE3235C-AD8A-41D8-BAEA-FA9EA3B8F5B2}" type="presOf" srcId="{9AE90588-28FE-40BD-9FAF-401D26240824}" destId="{783767ED-DDA9-45FE-8400-14D81193D420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9AE90588-28FE-40BD-9FAF-401D26240824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A2652C14-C8E4-4586-AA4B-4291908C15AF}">
      <dgm:prSet/>
      <dgm:spPr/>
      <dgm:t>
        <a:bodyPr/>
        <a:lstStyle/>
        <a:p>
          <a:r>
            <a:rPr lang="es-AR" dirty="0"/>
            <a:t>SINIESTRO CLIENTE</a:t>
          </a:r>
        </a:p>
      </dgm:t>
    </dgm:pt>
    <dgm:pt modelId="{4778C8DA-6852-4634-A28A-46DE798DD68E}" type="parTrans" cxnId="{4ECF8449-AD57-42EF-965F-36F978C3D3CC}">
      <dgm:prSet/>
      <dgm:spPr/>
      <dgm:t>
        <a:bodyPr/>
        <a:lstStyle/>
        <a:p>
          <a:endParaRPr lang="es-AR"/>
        </a:p>
      </dgm:t>
    </dgm:pt>
    <dgm:pt modelId="{B7EEFD97-A091-492B-85D2-9BFD6B605F5D}" type="sibTrans" cxnId="{4ECF8449-AD57-42EF-965F-36F978C3D3CC}">
      <dgm:prSet/>
      <dgm:spPr/>
      <dgm:t>
        <a:bodyPr/>
        <a:lstStyle/>
        <a:p>
          <a:endParaRPr lang="es-AR"/>
        </a:p>
      </dgm:t>
    </dgm:pt>
    <dgm:pt modelId="{783767ED-DDA9-45FE-8400-14D81193D420}" type="pres">
      <dgm:prSet presAssocID="{9AE90588-28FE-40BD-9FAF-401D26240824}" presName="Name0" presStyleCnt="0">
        <dgm:presLayoutVars>
          <dgm:dir/>
          <dgm:resizeHandles val="exact"/>
        </dgm:presLayoutVars>
      </dgm:prSet>
      <dgm:spPr/>
    </dgm:pt>
    <dgm:pt modelId="{D504A804-1622-4301-A29B-1CF927BD313B}" type="pres">
      <dgm:prSet presAssocID="{A2652C14-C8E4-4586-AA4B-4291908C15AF}" presName="node" presStyleLbl="node1" presStyleIdx="0" presStyleCnt="1">
        <dgm:presLayoutVars>
          <dgm:bulletEnabled val="1"/>
        </dgm:presLayoutVars>
      </dgm:prSet>
      <dgm:spPr/>
    </dgm:pt>
  </dgm:ptLst>
  <dgm:cxnLst>
    <dgm:cxn modelId="{BDE3235C-AD8A-41D8-BAEA-FA9EA3B8F5B2}" type="presOf" srcId="{9AE90588-28FE-40BD-9FAF-401D26240824}" destId="{783767ED-DDA9-45FE-8400-14D81193D420}" srcOrd="0" destOrd="0" presId="urn:microsoft.com/office/officeart/2005/8/layout/process1"/>
    <dgm:cxn modelId="{4ECF8449-AD57-42EF-965F-36F978C3D3CC}" srcId="{9AE90588-28FE-40BD-9FAF-401D26240824}" destId="{A2652C14-C8E4-4586-AA4B-4291908C15AF}" srcOrd="0" destOrd="0" parTransId="{4778C8DA-6852-4634-A28A-46DE798DD68E}" sibTransId="{B7EEFD97-A091-492B-85D2-9BFD6B605F5D}"/>
    <dgm:cxn modelId="{AD6F6181-2CCF-4409-8CA5-DD5390175271}" type="presOf" srcId="{A2652C14-C8E4-4586-AA4B-4291908C15AF}" destId="{D504A804-1622-4301-A29B-1CF927BD313B}" srcOrd="0" destOrd="0" presId="urn:microsoft.com/office/officeart/2005/8/layout/process1"/>
    <dgm:cxn modelId="{7EC9B063-53B2-4F8E-90FF-088A9AC077E7}" type="presParOf" srcId="{783767ED-DDA9-45FE-8400-14D81193D420}" destId="{D504A804-1622-4301-A29B-1CF927BD313B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9AE90588-28FE-40BD-9FAF-401D26240824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A2652C14-C8E4-4586-AA4B-4291908C15AF}">
      <dgm:prSet/>
      <dgm:spPr/>
      <dgm:t>
        <a:bodyPr/>
        <a:lstStyle/>
        <a:p>
          <a:r>
            <a:rPr lang="es-AR" dirty="0"/>
            <a:t>SINIESTRO CLIENTE</a:t>
          </a:r>
        </a:p>
      </dgm:t>
    </dgm:pt>
    <dgm:pt modelId="{4778C8DA-6852-4634-A28A-46DE798DD68E}" type="parTrans" cxnId="{4ECF8449-AD57-42EF-965F-36F978C3D3CC}">
      <dgm:prSet/>
      <dgm:spPr/>
      <dgm:t>
        <a:bodyPr/>
        <a:lstStyle/>
        <a:p>
          <a:endParaRPr lang="es-AR"/>
        </a:p>
      </dgm:t>
    </dgm:pt>
    <dgm:pt modelId="{B7EEFD97-A091-492B-85D2-9BFD6B605F5D}" type="sibTrans" cxnId="{4ECF8449-AD57-42EF-965F-36F978C3D3CC}">
      <dgm:prSet/>
      <dgm:spPr/>
      <dgm:t>
        <a:bodyPr/>
        <a:lstStyle/>
        <a:p>
          <a:endParaRPr lang="es-AR"/>
        </a:p>
      </dgm:t>
    </dgm:pt>
    <dgm:pt modelId="{783767ED-DDA9-45FE-8400-14D81193D420}" type="pres">
      <dgm:prSet presAssocID="{9AE90588-28FE-40BD-9FAF-401D26240824}" presName="Name0" presStyleCnt="0">
        <dgm:presLayoutVars>
          <dgm:dir/>
          <dgm:resizeHandles val="exact"/>
        </dgm:presLayoutVars>
      </dgm:prSet>
      <dgm:spPr/>
    </dgm:pt>
    <dgm:pt modelId="{D504A804-1622-4301-A29B-1CF927BD313B}" type="pres">
      <dgm:prSet presAssocID="{A2652C14-C8E4-4586-AA4B-4291908C15AF}" presName="node" presStyleLbl="node1" presStyleIdx="0" presStyleCnt="1">
        <dgm:presLayoutVars>
          <dgm:bulletEnabled val="1"/>
        </dgm:presLayoutVars>
      </dgm:prSet>
      <dgm:spPr/>
    </dgm:pt>
  </dgm:ptLst>
  <dgm:cxnLst>
    <dgm:cxn modelId="{BDE3235C-AD8A-41D8-BAEA-FA9EA3B8F5B2}" type="presOf" srcId="{9AE90588-28FE-40BD-9FAF-401D26240824}" destId="{783767ED-DDA9-45FE-8400-14D81193D420}" srcOrd="0" destOrd="0" presId="urn:microsoft.com/office/officeart/2005/8/layout/process1"/>
    <dgm:cxn modelId="{4ECF8449-AD57-42EF-965F-36F978C3D3CC}" srcId="{9AE90588-28FE-40BD-9FAF-401D26240824}" destId="{A2652C14-C8E4-4586-AA4B-4291908C15AF}" srcOrd="0" destOrd="0" parTransId="{4778C8DA-6852-4634-A28A-46DE798DD68E}" sibTransId="{B7EEFD97-A091-492B-85D2-9BFD6B605F5D}"/>
    <dgm:cxn modelId="{AD6F6181-2CCF-4409-8CA5-DD5390175271}" type="presOf" srcId="{A2652C14-C8E4-4586-AA4B-4291908C15AF}" destId="{D504A804-1622-4301-A29B-1CF927BD313B}" srcOrd="0" destOrd="0" presId="urn:microsoft.com/office/officeart/2005/8/layout/process1"/>
    <dgm:cxn modelId="{7EC9B063-53B2-4F8E-90FF-088A9AC077E7}" type="presParOf" srcId="{783767ED-DDA9-45FE-8400-14D81193D420}" destId="{D504A804-1622-4301-A29B-1CF927BD313B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9AE90588-28FE-40BD-9FAF-401D26240824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A2652C14-C8E4-4586-AA4B-4291908C15AF}">
      <dgm:prSet/>
      <dgm:spPr/>
      <dgm:t>
        <a:bodyPr/>
        <a:lstStyle/>
        <a:p>
          <a:r>
            <a:rPr lang="es-AR" dirty="0"/>
            <a:t>PAS</a:t>
          </a:r>
        </a:p>
      </dgm:t>
    </dgm:pt>
    <dgm:pt modelId="{4778C8DA-6852-4634-A28A-46DE798DD68E}" type="parTrans" cxnId="{4ECF8449-AD57-42EF-965F-36F978C3D3CC}">
      <dgm:prSet/>
      <dgm:spPr/>
      <dgm:t>
        <a:bodyPr/>
        <a:lstStyle/>
        <a:p>
          <a:endParaRPr lang="es-AR"/>
        </a:p>
      </dgm:t>
    </dgm:pt>
    <dgm:pt modelId="{B7EEFD97-A091-492B-85D2-9BFD6B605F5D}" type="sibTrans" cxnId="{4ECF8449-AD57-42EF-965F-36F978C3D3CC}">
      <dgm:prSet/>
      <dgm:spPr/>
      <dgm:t>
        <a:bodyPr/>
        <a:lstStyle/>
        <a:p>
          <a:endParaRPr lang="es-AR"/>
        </a:p>
      </dgm:t>
    </dgm:pt>
    <dgm:pt modelId="{783767ED-DDA9-45FE-8400-14D81193D420}" type="pres">
      <dgm:prSet presAssocID="{9AE90588-28FE-40BD-9FAF-401D26240824}" presName="Name0" presStyleCnt="0">
        <dgm:presLayoutVars>
          <dgm:dir/>
          <dgm:resizeHandles val="exact"/>
        </dgm:presLayoutVars>
      </dgm:prSet>
      <dgm:spPr/>
    </dgm:pt>
    <dgm:pt modelId="{D504A804-1622-4301-A29B-1CF927BD313B}" type="pres">
      <dgm:prSet presAssocID="{A2652C14-C8E4-4586-AA4B-4291908C15AF}" presName="node" presStyleLbl="node1" presStyleIdx="0" presStyleCnt="1">
        <dgm:presLayoutVars>
          <dgm:bulletEnabled val="1"/>
        </dgm:presLayoutVars>
      </dgm:prSet>
      <dgm:spPr/>
    </dgm:pt>
  </dgm:ptLst>
  <dgm:cxnLst>
    <dgm:cxn modelId="{BDE3235C-AD8A-41D8-BAEA-FA9EA3B8F5B2}" type="presOf" srcId="{9AE90588-28FE-40BD-9FAF-401D26240824}" destId="{783767ED-DDA9-45FE-8400-14D81193D420}" srcOrd="0" destOrd="0" presId="urn:microsoft.com/office/officeart/2005/8/layout/process1"/>
    <dgm:cxn modelId="{4ECF8449-AD57-42EF-965F-36F978C3D3CC}" srcId="{9AE90588-28FE-40BD-9FAF-401D26240824}" destId="{A2652C14-C8E4-4586-AA4B-4291908C15AF}" srcOrd="0" destOrd="0" parTransId="{4778C8DA-6852-4634-A28A-46DE798DD68E}" sibTransId="{B7EEFD97-A091-492B-85D2-9BFD6B605F5D}"/>
    <dgm:cxn modelId="{AD6F6181-2CCF-4409-8CA5-DD5390175271}" type="presOf" srcId="{A2652C14-C8E4-4586-AA4B-4291908C15AF}" destId="{D504A804-1622-4301-A29B-1CF927BD313B}" srcOrd="0" destOrd="0" presId="urn:microsoft.com/office/officeart/2005/8/layout/process1"/>
    <dgm:cxn modelId="{7EC9B063-53B2-4F8E-90FF-088A9AC077E7}" type="presParOf" srcId="{783767ED-DDA9-45FE-8400-14D81193D420}" destId="{D504A804-1622-4301-A29B-1CF927BD313B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2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04A804-1622-4301-A29B-1CF927BD313B}">
      <dsp:nvSpPr>
        <dsp:cNvPr id="0" name=""/>
        <dsp:cNvSpPr/>
      </dsp:nvSpPr>
      <dsp:spPr>
        <a:xfrm>
          <a:off x="446" y="0"/>
          <a:ext cx="913507" cy="4758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200" kern="1200" dirty="0"/>
            <a:t>INFO WEB CIAS</a:t>
          </a:r>
        </a:p>
      </dsp:txBody>
      <dsp:txXfrm>
        <a:off x="14383" y="13937"/>
        <a:ext cx="885633" cy="44798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04A804-1622-4301-A29B-1CF927BD313B}">
      <dsp:nvSpPr>
        <dsp:cNvPr id="0" name=""/>
        <dsp:cNvSpPr/>
      </dsp:nvSpPr>
      <dsp:spPr>
        <a:xfrm>
          <a:off x="446" y="0"/>
          <a:ext cx="913507" cy="4758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200" kern="1200"/>
            <a:t>INFO WEB CIAS</a:t>
          </a:r>
        </a:p>
      </dsp:txBody>
      <dsp:txXfrm>
        <a:off x="14383" y="13937"/>
        <a:ext cx="885633" cy="44798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04A804-1622-4301-A29B-1CF927BD313B}">
      <dsp:nvSpPr>
        <dsp:cNvPr id="0" name=""/>
        <dsp:cNvSpPr/>
      </dsp:nvSpPr>
      <dsp:spPr>
        <a:xfrm>
          <a:off x="446" y="0"/>
          <a:ext cx="913507" cy="4758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200" kern="1200"/>
            <a:t>INFO WEB CIAS</a:t>
          </a:r>
        </a:p>
      </dsp:txBody>
      <dsp:txXfrm>
        <a:off x="14383" y="13937"/>
        <a:ext cx="885633" cy="44798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04A804-1622-4301-A29B-1CF927BD313B}">
      <dsp:nvSpPr>
        <dsp:cNvPr id="0" name=""/>
        <dsp:cNvSpPr/>
      </dsp:nvSpPr>
      <dsp:spPr>
        <a:xfrm>
          <a:off x="446" y="0"/>
          <a:ext cx="913507" cy="4758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000" kern="1200" dirty="0"/>
            <a:t>PAS</a:t>
          </a:r>
        </a:p>
      </dsp:txBody>
      <dsp:txXfrm>
        <a:off x="14383" y="13937"/>
        <a:ext cx="885633" cy="44798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04A804-1622-4301-A29B-1CF927BD313B}">
      <dsp:nvSpPr>
        <dsp:cNvPr id="0" name=""/>
        <dsp:cNvSpPr/>
      </dsp:nvSpPr>
      <dsp:spPr>
        <a:xfrm>
          <a:off x="446" y="0"/>
          <a:ext cx="913507" cy="4758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500" kern="1200" dirty="0"/>
            <a:t>CLIENTES</a:t>
          </a:r>
        </a:p>
      </dsp:txBody>
      <dsp:txXfrm>
        <a:off x="14383" y="13937"/>
        <a:ext cx="885633" cy="44798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04A804-1622-4301-A29B-1CF927BD313B}">
      <dsp:nvSpPr>
        <dsp:cNvPr id="0" name=""/>
        <dsp:cNvSpPr/>
      </dsp:nvSpPr>
      <dsp:spPr>
        <a:xfrm>
          <a:off x="446" y="0"/>
          <a:ext cx="913507" cy="4758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200" kern="1200" dirty="0"/>
            <a:t>INFO WEB CIAS</a:t>
          </a:r>
        </a:p>
      </dsp:txBody>
      <dsp:txXfrm>
        <a:off x="14383" y="13937"/>
        <a:ext cx="885633" cy="44798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04A804-1622-4301-A29B-1CF927BD313B}">
      <dsp:nvSpPr>
        <dsp:cNvPr id="0" name=""/>
        <dsp:cNvSpPr/>
      </dsp:nvSpPr>
      <dsp:spPr>
        <a:xfrm>
          <a:off x="446" y="0"/>
          <a:ext cx="913507" cy="4758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200" kern="1200"/>
            <a:t>INFO WEB CIAS</a:t>
          </a:r>
        </a:p>
      </dsp:txBody>
      <dsp:txXfrm>
        <a:off x="14383" y="13937"/>
        <a:ext cx="885633" cy="447987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04A804-1622-4301-A29B-1CF927BD313B}">
      <dsp:nvSpPr>
        <dsp:cNvPr id="0" name=""/>
        <dsp:cNvSpPr/>
      </dsp:nvSpPr>
      <dsp:spPr>
        <a:xfrm>
          <a:off x="446" y="0"/>
          <a:ext cx="913507" cy="4758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200" kern="1200"/>
            <a:t>INFO WEB CIAS</a:t>
          </a:r>
        </a:p>
      </dsp:txBody>
      <dsp:txXfrm>
        <a:off x="14383" y="13937"/>
        <a:ext cx="885633" cy="447987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04A804-1622-4301-A29B-1CF927BD313B}">
      <dsp:nvSpPr>
        <dsp:cNvPr id="0" name=""/>
        <dsp:cNvSpPr/>
      </dsp:nvSpPr>
      <dsp:spPr>
        <a:xfrm>
          <a:off x="446" y="0"/>
          <a:ext cx="913507" cy="4758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000" kern="1200" dirty="0"/>
            <a:t>PAS</a:t>
          </a:r>
        </a:p>
      </dsp:txBody>
      <dsp:txXfrm>
        <a:off x="14383" y="13937"/>
        <a:ext cx="885633" cy="447987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04A804-1622-4301-A29B-1CF927BD313B}">
      <dsp:nvSpPr>
        <dsp:cNvPr id="0" name=""/>
        <dsp:cNvSpPr/>
      </dsp:nvSpPr>
      <dsp:spPr>
        <a:xfrm>
          <a:off x="446" y="0"/>
          <a:ext cx="913507" cy="4758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500" kern="1200" dirty="0"/>
            <a:t>CLIENTES</a:t>
          </a:r>
        </a:p>
      </dsp:txBody>
      <dsp:txXfrm>
        <a:off x="14383" y="13937"/>
        <a:ext cx="885633" cy="447987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04A804-1622-4301-A29B-1CF927BD313B}">
      <dsp:nvSpPr>
        <dsp:cNvPr id="0" name=""/>
        <dsp:cNvSpPr/>
      </dsp:nvSpPr>
      <dsp:spPr>
        <a:xfrm>
          <a:off x="446" y="0"/>
          <a:ext cx="913507" cy="4758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200" kern="1200" dirty="0"/>
            <a:t>SINIESTRO CLIENTE</a:t>
          </a:r>
        </a:p>
      </dsp:txBody>
      <dsp:txXfrm>
        <a:off x="14383" y="13937"/>
        <a:ext cx="885633" cy="447987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04A804-1622-4301-A29B-1CF927BD313B}">
      <dsp:nvSpPr>
        <dsp:cNvPr id="0" name=""/>
        <dsp:cNvSpPr/>
      </dsp:nvSpPr>
      <dsp:spPr>
        <a:xfrm>
          <a:off x="446" y="0"/>
          <a:ext cx="913507" cy="4758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200" kern="1200" dirty="0"/>
            <a:t>SINIESTRO CLIENTE</a:t>
          </a:r>
        </a:p>
      </dsp:txBody>
      <dsp:txXfrm>
        <a:off x="14383" y="13937"/>
        <a:ext cx="885633" cy="447987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04A804-1622-4301-A29B-1CF927BD313B}">
      <dsp:nvSpPr>
        <dsp:cNvPr id="0" name=""/>
        <dsp:cNvSpPr/>
      </dsp:nvSpPr>
      <dsp:spPr>
        <a:xfrm>
          <a:off x="446" y="0"/>
          <a:ext cx="913507" cy="4758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200" kern="1200" dirty="0"/>
            <a:t>SINIESTRO CLIENTE</a:t>
          </a:r>
        </a:p>
      </dsp:txBody>
      <dsp:txXfrm>
        <a:off x="14383" y="13937"/>
        <a:ext cx="885633" cy="447987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04A804-1622-4301-A29B-1CF927BD313B}">
      <dsp:nvSpPr>
        <dsp:cNvPr id="0" name=""/>
        <dsp:cNvSpPr/>
      </dsp:nvSpPr>
      <dsp:spPr>
        <a:xfrm>
          <a:off x="0" y="147558"/>
          <a:ext cx="1312059" cy="7872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3400" kern="1200" dirty="0"/>
            <a:t>PAS</a:t>
          </a:r>
        </a:p>
      </dsp:txBody>
      <dsp:txXfrm>
        <a:off x="23057" y="170615"/>
        <a:ext cx="1265945" cy="7411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1EB03464-EA7D-433A-9C97-7E303DD19358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DBC3CCE3-46DE-4845-B167-1A4E034068D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75940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03464-EA7D-433A-9C97-7E303DD19358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3CCE3-46DE-4845-B167-1A4E034068D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13695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03464-EA7D-433A-9C97-7E303DD19358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3CCE3-46DE-4845-B167-1A4E034068D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92152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03464-EA7D-433A-9C97-7E303DD19358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3CCE3-46DE-4845-B167-1A4E034068D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98887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03464-EA7D-433A-9C97-7E303DD19358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3CCE3-46DE-4845-B167-1A4E034068D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93748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03464-EA7D-433A-9C97-7E303DD19358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3CCE3-46DE-4845-B167-1A4E034068D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65996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03464-EA7D-433A-9C97-7E303DD19358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3CCE3-46DE-4845-B167-1A4E034068D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14184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03464-EA7D-433A-9C97-7E303DD19358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DBC3CCE3-46DE-4845-B167-1A4E034068D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99266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1EB03464-EA7D-433A-9C97-7E303DD19358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s-AR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DBC3CCE3-46DE-4845-B167-1A4E034068D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869203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03464-EA7D-433A-9C97-7E303DD19358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3CCE3-46DE-4845-B167-1A4E034068D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45240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03464-EA7D-433A-9C97-7E303DD19358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3CCE3-46DE-4845-B167-1A4E034068D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07951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1EB03464-EA7D-433A-9C97-7E303DD19358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DBC3CCE3-46DE-4845-B167-1A4E034068D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43771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13" Type="http://schemas.openxmlformats.org/officeDocument/2006/relationships/diagramLayout" Target="../diagrams/layout4.xml"/><Relationship Id="rId18" Type="http://schemas.openxmlformats.org/officeDocument/2006/relationships/diagramLayout" Target="../diagrams/layout5.xml"/><Relationship Id="rId26" Type="http://schemas.microsoft.com/office/2007/relationships/diagramDrawing" Target="../diagrams/drawing6.xml"/><Relationship Id="rId3" Type="http://schemas.openxmlformats.org/officeDocument/2006/relationships/diagramLayout" Target="../diagrams/layout2.xml"/><Relationship Id="rId21" Type="http://schemas.microsoft.com/office/2007/relationships/diagramDrawing" Target="../diagrams/drawing5.xml"/><Relationship Id="rId7" Type="http://schemas.openxmlformats.org/officeDocument/2006/relationships/diagramData" Target="../diagrams/data3.xml"/><Relationship Id="rId12" Type="http://schemas.openxmlformats.org/officeDocument/2006/relationships/diagramData" Target="../diagrams/data4.xml"/><Relationship Id="rId17" Type="http://schemas.openxmlformats.org/officeDocument/2006/relationships/diagramData" Target="../diagrams/data5.xml"/><Relationship Id="rId25" Type="http://schemas.openxmlformats.org/officeDocument/2006/relationships/diagramColors" Target="../diagrams/colors6.xml"/><Relationship Id="rId2" Type="http://schemas.openxmlformats.org/officeDocument/2006/relationships/diagramData" Target="../diagrams/data2.xml"/><Relationship Id="rId16" Type="http://schemas.microsoft.com/office/2007/relationships/diagramDrawing" Target="../diagrams/drawing4.xml"/><Relationship Id="rId20" Type="http://schemas.openxmlformats.org/officeDocument/2006/relationships/diagramColors" Target="../diagrams/colors5.xml"/><Relationship Id="rId29" Type="http://schemas.openxmlformats.org/officeDocument/2006/relationships/diagramQuickStyle" Target="../diagrams/quickStyle7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24" Type="http://schemas.openxmlformats.org/officeDocument/2006/relationships/diagramQuickStyle" Target="../diagrams/quickStyle6.xml"/><Relationship Id="rId5" Type="http://schemas.openxmlformats.org/officeDocument/2006/relationships/diagramColors" Target="../diagrams/colors2.xml"/><Relationship Id="rId15" Type="http://schemas.openxmlformats.org/officeDocument/2006/relationships/diagramColors" Target="../diagrams/colors4.xml"/><Relationship Id="rId23" Type="http://schemas.openxmlformats.org/officeDocument/2006/relationships/diagramLayout" Target="../diagrams/layout6.xml"/><Relationship Id="rId28" Type="http://schemas.openxmlformats.org/officeDocument/2006/relationships/diagramLayout" Target="../diagrams/layout7.xml"/><Relationship Id="rId10" Type="http://schemas.openxmlformats.org/officeDocument/2006/relationships/diagramColors" Target="../diagrams/colors3.xml"/><Relationship Id="rId19" Type="http://schemas.openxmlformats.org/officeDocument/2006/relationships/diagramQuickStyle" Target="../diagrams/quickStyle5.xml"/><Relationship Id="rId31" Type="http://schemas.microsoft.com/office/2007/relationships/diagramDrawing" Target="../diagrams/drawing7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Relationship Id="rId14" Type="http://schemas.openxmlformats.org/officeDocument/2006/relationships/diagramQuickStyle" Target="../diagrams/quickStyle4.xml"/><Relationship Id="rId22" Type="http://schemas.openxmlformats.org/officeDocument/2006/relationships/diagramData" Target="../diagrams/data6.xml"/><Relationship Id="rId27" Type="http://schemas.openxmlformats.org/officeDocument/2006/relationships/diagramData" Target="../diagrams/data7.xml"/><Relationship Id="rId30" Type="http://schemas.openxmlformats.org/officeDocument/2006/relationships/diagramColors" Target="../diagrams/colors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9.xml"/><Relationship Id="rId13" Type="http://schemas.openxmlformats.org/officeDocument/2006/relationships/diagramLayout" Target="../diagrams/layout10.xml"/><Relationship Id="rId18" Type="http://schemas.openxmlformats.org/officeDocument/2006/relationships/diagramLayout" Target="../diagrams/layout11.xml"/><Relationship Id="rId26" Type="http://schemas.microsoft.com/office/2007/relationships/diagramDrawing" Target="../diagrams/drawing12.xml"/><Relationship Id="rId3" Type="http://schemas.openxmlformats.org/officeDocument/2006/relationships/diagramLayout" Target="../diagrams/layout8.xml"/><Relationship Id="rId21" Type="http://schemas.microsoft.com/office/2007/relationships/diagramDrawing" Target="../diagrams/drawing11.xml"/><Relationship Id="rId7" Type="http://schemas.openxmlformats.org/officeDocument/2006/relationships/diagramData" Target="../diagrams/data9.xml"/><Relationship Id="rId12" Type="http://schemas.openxmlformats.org/officeDocument/2006/relationships/diagramData" Target="../diagrams/data10.xml"/><Relationship Id="rId17" Type="http://schemas.openxmlformats.org/officeDocument/2006/relationships/diagramData" Target="../diagrams/data11.xml"/><Relationship Id="rId25" Type="http://schemas.openxmlformats.org/officeDocument/2006/relationships/diagramColors" Target="../diagrams/colors12.xml"/><Relationship Id="rId2" Type="http://schemas.openxmlformats.org/officeDocument/2006/relationships/diagramData" Target="../diagrams/data8.xml"/><Relationship Id="rId16" Type="http://schemas.microsoft.com/office/2007/relationships/diagramDrawing" Target="../diagrams/drawing10.xml"/><Relationship Id="rId20" Type="http://schemas.openxmlformats.org/officeDocument/2006/relationships/diagramColors" Target="../diagrams/colors11.xml"/><Relationship Id="rId29" Type="http://schemas.openxmlformats.org/officeDocument/2006/relationships/diagramQuickStyle" Target="../diagrams/quickStyle1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8.xml"/><Relationship Id="rId11" Type="http://schemas.microsoft.com/office/2007/relationships/diagramDrawing" Target="../diagrams/drawing9.xml"/><Relationship Id="rId24" Type="http://schemas.openxmlformats.org/officeDocument/2006/relationships/diagramQuickStyle" Target="../diagrams/quickStyle12.xml"/><Relationship Id="rId32" Type="http://schemas.openxmlformats.org/officeDocument/2006/relationships/comments" Target="../comments/comment1.xml"/><Relationship Id="rId5" Type="http://schemas.openxmlformats.org/officeDocument/2006/relationships/diagramColors" Target="../diagrams/colors8.xml"/><Relationship Id="rId15" Type="http://schemas.openxmlformats.org/officeDocument/2006/relationships/diagramColors" Target="../diagrams/colors10.xml"/><Relationship Id="rId23" Type="http://schemas.openxmlformats.org/officeDocument/2006/relationships/diagramLayout" Target="../diagrams/layout12.xml"/><Relationship Id="rId28" Type="http://schemas.openxmlformats.org/officeDocument/2006/relationships/diagramLayout" Target="../diagrams/layout13.xml"/><Relationship Id="rId10" Type="http://schemas.openxmlformats.org/officeDocument/2006/relationships/diagramColors" Target="../diagrams/colors9.xml"/><Relationship Id="rId19" Type="http://schemas.openxmlformats.org/officeDocument/2006/relationships/diagramQuickStyle" Target="../diagrams/quickStyle11.xml"/><Relationship Id="rId31" Type="http://schemas.microsoft.com/office/2007/relationships/diagramDrawing" Target="../diagrams/drawing13.xml"/><Relationship Id="rId4" Type="http://schemas.openxmlformats.org/officeDocument/2006/relationships/diagramQuickStyle" Target="../diagrams/quickStyle8.xml"/><Relationship Id="rId9" Type="http://schemas.openxmlformats.org/officeDocument/2006/relationships/diagramQuickStyle" Target="../diagrams/quickStyle9.xml"/><Relationship Id="rId14" Type="http://schemas.openxmlformats.org/officeDocument/2006/relationships/diagramQuickStyle" Target="../diagrams/quickStyle10.xml"/><Relationship Id="rId22" Type="http://schemas.openxmlformats.org/officeDocument/2006/relationships/diagramData" Target="../diagrams/data12.xml"/><Relationship Id="rId27" Type="http://schemas.openxmlformats.org/officeDocument/2006/relationships/diagramData" Target="../diagrams/data13.xml"/><Relationship Id="rId30" Type="http://schemas.openxmlformats.org/officeDocument/2006/relationships/diagramColors" Target="../diagrams/colors1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5.xml"/><Relationship Id="rId13" Type="http://schemas.openxmlformats.org/officeDocument/2006/relationships/diagramLayout" Target="../diagrams/layout16.xml"/><Relationship Id="rId18" Type="http://schemas.openxmlformats.org/officeDocument/2006/relationships/diagramLayout" Target="../diagrams/layout17.xml"/><Relationship Id="rId26" Type="http://schemas.microsoft.com/office/2007/relationships/diagramDrawing" Target="../diagrams/drawing18.xml"/><Relationship Id="rId3" Type="http://schemas.openxmlformats.org/officeDocument/2006/relationships/diagramLayout" Target="../diagrams/layout14.xml"/><Relationship Id="rId21" Type="http://schemas.microsoft.com/office/2007/relationships/diagramDrawing" Target="../diagrams/drawing17.xml"/><Relationship Id="rId7" Type="http://schemas.openxmlformats.org/officeDocument/2006/relationships/diagramData" Target="../diagrams/data15.xml"/><Relationship Id="rId12" Type="http://schemas.openxmlformats.org/officeDocument/2006/relationships/diagramData" Target="../diagrams/data16.xml"/><Relationship Id="rId17" Type="http://schemas.openxmlformats.org/officeDocument/2006/relationships/diagramData" Target="../diagrams/data17.xml"/><Relationship Id="rId25" Type="http://schemas.openxmlformats.org/officeDocument/2006/relationships/diagramColors" Target="../diagrams/colors18.xml"/><Relationship Id="rId2" Type="http://schemas.openxmlformats.org/officeDocument/2006/relationships/diagramData" Target="../diagrams/data14.xml"/><Relationship Id="rId16" Type="http://schemas.microsoft.com/office/2007/relationships/diagramDrawing" Target="../diagrams/drawing16.xml"/><Relationship Id="rId20" Type="http://schemas.openxmlformats.org/officeDocument/2006/relationships/diagramColors" Target="../diagrams/colors17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4.xml"/><Relationship Id="rId11" Type="http://schemas.microsoft.com/office/2007/relationships/diagramDrawing" Target="../diagrams/drawing15.xml"/><Relationship Id="rId24" Type="http://schemas.openxmlformats.org/officeDocument/2006/relationships/diagramQuickStyle" Target="../diagrams/quickStyle18.xml"/><Relationship Id="rId5" Type="http://schemas.openxmlformats.org/officeDocument/2006/relationships/diagramColors" Target="../diagrams/colors14.xml"/><Relationship Id="rId15" Type="http://schemas.openxmlformats.org/officeDocument/2006/relationships/diagramColors" Target="../diagrams/colors16.xml"/><Relationship Id="rId23" Type="http://schemas.openxmlformats.org/officeDocument/2006/relationships/diagramLayout" Target="../diagrams/layout18.xml"/><Relationship Id="rId10" Type="http://schemas.openxmlformats.org/officeDocument/2006/relationships/diagramColors" Target="../diagrams/colors15.xml"/><Relationship Id="rId19" Type="http://schemas.openxmlformats.org/officeDocument/2006/relationships/diagramQuickStyle" Target="../diagrams/quickStyle17.xml"/><Relationship Id="rId4" Type="http://schemas.openxmlformats.org/officeDocument/2006/relationships/diagramQuickStyle" Target="../diagrams/quickStyle14.xml"/><Relationship Id="rId9" Type="http://schemas.openxmlformats.org/officeDocument/2006/relationships/diagramQuickStyle" Target="../diagrams/quickStyle15.xml"/><Relationship Id="rId14" Type="http://schemas.openxmlformats.org/officeDocument/2006/relationships/diagramQuickStyle" Target="../diagrams/quickStyle16.xml"/><Relationship Id="rId22" Type="http://schemas.openxmlformats.org/officeDocument/2006/relationships/diagramData" Target="../diagrams/data18.xml"/><Relationship Id="rId27" Type="http://schemas.openxmlformats.org/officeDocument/2006/relationships/comments" Target="../comments/commen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2A65A-682F-6A54-D21F-4F6BFA385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4E3F600E-4D0B-47FE-54E8-B1C9B974AA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00604" y="161558"/>
            <a:ext cx="8458799" cy="620409"/>
          </a:xfrm>
        </p:spPr>
        <p:txBody>
          <a:bodyPr/>
          <a:lstStyle/>
          <a:p>
            <a:r>
              <a:rPr lang="es-AR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PROCESOS PARA AUTOMATIZAR – JUNIO 2026</a:t>
            </a:r>
          </a:p>
          <a:p>
            <a:endParaRPr lang="es-AR" dirty="0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31DE2C55-A37B-9007-7177-228645085C7B}"/>
              </a:ext>
            </a:extLst>
          </p:cNvPr>
          <p:cNvSpPr txBox="1">
            <a:spLocks/>
          </p:cNvSpPr>
          <p:nvPr/>
        </p:nvSpPr>
        <p:spPr>
          <a:xfrm>
            <a:off x="92124" y="1006227"/>
            <a:ext cx="9228201" cy="10089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None/>
              <a:defRPr sz="32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4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DETALLE DEL PROCESO</a:t>
            </a:r>
          </a:p>
          <a:p>
            <a:endParaRPr lang="es-AR" dirty="0"/>
          </a:p>
        </p:txBody>
      </p:sp>
      <p:graphicFrame>
        <p:nvGraphicFramePr>
          <p:cNvPr id="8" name="Diagrama 7">
            <a:extLst>
              <a:ext uri="{FF2B5EF4-FFF2-40B4-BE49-F238E27FC236}">
                <a16:creationId xmlns:a16="http://schemas.microsoft.com/office/drawing/2014/main" id="{5C89A240-6A7C-F390-F984-5FC33B1129FD}"/>
              </a:ext>
            </a:extLst>
          </p:cNvPr>
          <p:cNvGraphicFramePr/>
          <p:nvPr/>
        </p:nvGraphicFramePr>
        <p:xfrm>
          <a:off x="354563" y="4140180"/>
          <a:ext cx="914400" cy="4758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5" name="Subtítulo 2">
            <a:extLst>
              <a:ext uri="{FF2B5EF4-FFF2-40B4-BE49-F238E27FC236}">
                <a16:creationId xmlns:a16="http://schemas.microsoft.com/office/drawing/2014/main" id="{684EC43C-94A0-9819-229E-573E57E30A55}"/>
              </a:ext>
            </a:extLst>
          </p:cNvPr>
          <p:cNvSpPr txBox="1">
            <a:spLocks/>
          </p:cNvSpPr>
          <p:nvPr/>
        </p:nvSpPr>
        <p:spPr>
          <a:xfrm>
            <a:off x="92123" y="1830795"/>
            <a:ext cx="11272563" cy="4215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None/>
              <a:defRPr sz="32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4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1800" dirty="0"/>
              <a:t>El proceso se realiza centralizando en Excel la </a:t>
            </a:r>
            <a:r>
              <a:rPr lang="es-AR" sz="1800" dirty="0" err="1"/>
              <a:t>info</a:t>
            </a:r>
            <a:r>
              <a:rPr lang="es-AR" sz="1800" dirty="0"/>
              <a:t> de cada Compañía, segmentando, para después enviar un email a los Productores </a:t>
            </a:r>
          </a:p>
          <a:p>
            <a:r>
              <a:rPr lang="es-AR" sz="1800" dirty="0"/>
              <a:t>El objetivo es poder realizar la comunicación a los Productores y a los clientes de los Productores</a:t>
            </a:r>
          </a:p>
          <a:p>
            <a:r>
              <a:rPr lang="es-AR" sz="1800" dirty="0"/>
              <a:t>Las dos tareas repetitivas en el mes son Renovación y Rechazos/Deudores, estas tareas se realizan en dos momentos en el mes</a:t>
            </a:r>
          </a:p>
          <a:p>
            <a:r>
              <a:rPr lang="es-AR" sz="1800" dirty="0"/>
              <a:t>En estas dos tareas se descarga información de las Compañías y la recibimos por email, por lo cual se puede automatizar desde la conformación del Excel con la </a:t>
            </a:r>
            <a:r>
              <a:rPr lang="es-AR" sz="1800" dirty="0" err="1"/>
              <a:t>info</a:t>
            </a:r>
            <a:r>
              <a:rPr lang="es-AR" sz="1800" dirty="0"/>
              <a:t> para comunicar</a:t>
            </a:r>
          </a:p>
          <a:p>
            <a:r>
              <a:rPr lang="es-AR" sz="1800" dirty="0"/>
              <a:t>Otro objetivo es poder darle seguimiento en forma automática a los clientes sobre los rechazos o deudas, generando un reporte diario de las respuestas</a:t>
            </a:r>
          </a:p>
          <a:p>
            <a:r>
              <a:rPr lang="es-AR" sz="1800" dirty="0"/>
              <a:t>Normalmente esta comunicación se realiza por email, pero sería bueno poder incorporar el </a:t>
            </a:r>
            <a:r>
              <a:rPr lang="es-AR" sz="1800" dirty="0" err="1"/>
              <a:t>Wsp</a:t>
            </a:r>
            <a:endParaRPr lang="es-AR" sz="1800" dirty="0"/>
          </a:p>
          <a:p>
            <a:r>
              <a:rPr lang="es-AR" sz="1800" dirty="0"/>
              <a:t>El </a:t>
            </a:r>
            <a:r>
              <a:rPr lang="es-AR" sz="1800" dirty="0" err="1"/>
              <a:t>Wsp</a:t>
            </a:r>
            <a:r>
              <a:rPr lang="es-AR" sz="1800" dirty="0"/>
              <a:t> de la Oficina tiene los contacto de los Productores, no de los clientes de los Productores </a:t>
            </a:r>
          </a:p>
          <a:p>
            <a:r>
              <a:rPr lang="es-AR" sz="1800" dirty="0"/>
              <a:t>Cada Productor puede tener el celular personal o el celular corporativo donde se comunica con los clientes</a:t>
            </a:r>
          </a:p>
          <a:p>
            <a:endParaRPr lang="es-AR" sz="1800" dirty="0"/>
          </a:p>
          <a:p>
            <a:endParaRPr lang="es-AR" sz="1800" dirty="0"/>
          </a:p>
          <a:p>
            <a:endParaRPr lang="es-AR" sz="1800" dirty="0"/>
          </a:p>
          <a:p>
            <a:endParaRPr lang="es-AR" sz="1800" dirty="0"/>
          </a:p>
          <a:p>
            <a:endParaRPr lang="es-AR" sz="1800" dirty="0"/>
          </a:p>
          <a:p>
            <a:endParaRPr lang="es-AR" sz="1800" dirty="0"/>
          </a:p>
          <a:p>
            <a:endParaRPr lang="es-AR" sz="2400" dirty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138700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AABF4D65-86D0-4D36-467C-2DF2E64F3E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00604" y="161558"/>
            <a:ext cx="8458799" cy="620409"/>
          </a:xfrm>
        </p:spPr>
        <p:txBody>
          <a:bodyPr/>
          <a:lstStyle/>
          <a:p>
            <a:r>
              <a:rPr lang="es-AR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PROCESOS PARA AUTOMATIZAR – JUNIO 2026</a:t>
            </a:r>
          </a:p>
          <a:p>
            <a:endParaRPr lang="es-AR" dirty="0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6759FC60-BCF9-28CC-1334-7EBC7063E862}"/>
              </a:ext>
            </a:extLst>
          </p:cNvPr>
          <p:cNvSpPr txBox="1">
            <a:spLocks/>
          </p:cNvSpPr>
          <p:nvPr/>
        </p:nvSpPr>
        <p:spPr>
          <a:xfrm>
            <a:off x="92124" y="1006227"/>
            <a:ext cx="9228201" cy="10089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None/>
              <a:defRPr sz="32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4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RENOVACIONES</a:t>
            </a:r>
            <a:endParaRPr lang="es-AR" sz="24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s-AR" dirty="0"/>
          </a:p>
        </p:txBody>
      </p:sp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CA9EDC67-15BD-0018-EB10-9EFD14A3B0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32484747"/>
              </p:ext>
            </p:extLst>
          </p:nvPr>
        </p:nvGraphicFramePr>
        <p:xfrm>
          <a:off x="354563" y="2621902"/>
          <a:ext cx="914400" cy="4758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Diagrama 7">
            <a:extLst>
              <a:ext uri="{FF2B5EF4-FFF2-40B4-BE49-F238E27FC236}">
                <a16:creationId xmlns:a16="http://schemas.microsoft.com/office/drawing/2014/main" id="{FF9CEB51-F7C6-898C-233C-27E45A2F92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57272171"/>
              </p:ext>
            </p:extLst>
          </p:nvPr>
        </p:nvGraphicFramePr>
        <p:xfrm>
          <a:off x="354563" y="4140180"/>
          <a:ext cx="914400" cy="4758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E432C296-EAD9-B503-8B24-92C40C2F9BCB}"/>
              </a:ext>
            </a:extLst>
          </p:cNvPr>
          <p:cNvCxnSpPr/>
          <p:nvPr/>
        </p:nvCxnSpPr>
        <p:spPr>
          <a:xfrm>
            <a:off x="1268963" y="2859832"/>
            <a:ext cx="662474" cy="5212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D7CDEAA6-9677-2722-C784-C1D55E1D66B5}"/>
              </a:ext>
            </a:extLst>
          </p:cNvPr>
          <p:cNvCxnSpPr>
            <a:cxnSpLocks/>
          </p:cNvCxnSpPr>
          <p:nvPr/>
        </p:nvCxnSpPr>
        <p:spPr>
          <a:xfrm>
            <a:off x="1268963" y="3596297"/>
            <a:ext cx="662474" cy="226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1D91B419-2754-A411-1846-738C914BC5E8}"/>
              </a:ext>
            </a:extLst>
          </p:cNvPr>
          <p:cNvCxnSpPr>
            <a:cxnSpLocks/>
          </p:cNvCxnSpPr>
          <p:nvPr/>
        </p:nvCxnSpPr>
        <p:spPr>
          <a:xfrm flipV="1">
            <a:off x="1268963" y="3808757"/>
            <a:ext cx="662474" cy="5466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6" name="Grupo 15">
            <a:extLst>
              <a:ext uri="{FF2B5EF4-FFF2-40B4-BE49-F238E27FC236}">
                <a16:creationId xmlns:a16="http://schemas.microsoft.com/office/drawing/2014/main" id="{3613A3C1-3222-B9D5-7FD5-71E1468B108B}"/>
              </a:ext>
            </a:extLst>
          </p:cNvPr>
          <p:cNvGrpSpPr/>
          <p:nvPr/>
        </p:nvGrpSpPr>
        <p:grpSpPr>
          <a:xfrm>
            <a:off x="2065622" y="3188829"/>
            <a:ext cx="1312060" cy="860284"/>
            <a:chOff x="0" y="0"/>
            <a:chExt cx="913507" cy="475861"/>
          </a:xfrm>
          <a:solidFill>
            <a:srgbClr val="0070C0"/>
          </a:solidFill>
        </p:grpSpPr>
        <p:sp>
          <p:nvSpPr>
            <p:cNvPr id="17" name="Rectángulo: esquinas redondeadas 16">
              <a:extLst>
                <a:ext uri="{FF2B5EF4-FFF2-40B4-BE49-F238E27FC236}">
                  <a16:creationId xmlns:a16="http://schemas.microsoft.com/office/drawing/2014/main" id="{5B352E82-4CED-2B2E-AF57-5A6B799A1A1A}"/>
                </a:ext>
              </a:extLst>
            </p:cNvPr>
            <p:cNvSpPr/>
            <p:nvPr/>
          </p:nvSpPr>
          <p:spPr>
            <a:xfrm>
              <a:off x="0" y="0"/>
              <a:ext cx="913507" cy="475861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8" name="Rectángulo: esquinas redondeadas 4">
              <a:extLst>
                <a:ext uri="{FF2B5EF4-FFF2-40B4-BE49-F238E27FC236}">
                  <a16:creationId xmlns:a16="http://schemas.microsoft.com/office/drawing/2014/main" id="{FB1AEC8F-9264-D14F-B331-701C6A384856}"/>
                </a:ext>
              </a:extLst>
            </p:cNvPr>
            <p:cNvSpPr txBox="1"/>
            <p:nvPr/>
          </p:nvSpPr>
          <p:spPr>
            <a:xfrm>
              <a:off x="13937" y="13937"/>
              <a:ext cx="885633" cy="447987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AR" sz="1200" b="1" dirty="0"/>
                <a:t>CENTRALIZACION EXCEL</a:t>
              </a:r>
              <a:endParaRPr lang="es-AR" sz="1200" b="1" kern="1200" dirty="0"/>
            </a:p>
          </p:txBody>
        </p:sp>
      </p:grpSp>
      <p:graphicFrame>
        <p:nvGraphicFramePr>
          <p:cNvPr id="19" name="Diagrama 18">
            <a:extLst>
              <a:ext uri="{FF2B5EF4-FFF2-40B4-BE49-F238E27FC236}">
                <a16:creationId xmlns:a16="http://schemas.microsoft.com/office/drawing/2014/main" id="{5D1EDEE2-0D61-D91B-BCF7-DD3FB5C8E4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5989534"/>
              </p:ext>
            </p:extLst>
          </p:nvPr>
        </p:nvGraphicFramePr>
        <p:xfrm>
          <a:off x="344554" y="3381040"/>
          <a:ext cx="914400" cy="4758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20" name="Diagrama 19">
            <a:extLst>
              <a:ext uri="{FF2B5EF4-FFF2-40B4-BE49-F238E27FC236}">
                <a16:creationId xmlns:a16="http://schemas.microsoft.com/office/drawing/2014/main" id="{D67CF671-204D-E5BC-63C4-63C8CEFE6C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2202692"/>
              </p:ext>
            </p:extLst>
          </p:nvPr>
        </p:nvGraphicFramePr>
        <p:xfrm>
          <a:off x="344554" y="4117505"/>
          <a:ext cx="914400" cy="4758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grpSp>
        <p:nvGrpSpPr>
          <p:cNvPr id="21" name="Grupo 20">
            <a:extLst>
              <a:ext uri="{FF2B5EF4-FFF2-40B4-BE49-F238E27FC236}">
                <a16:creationId xmlns:a16="http://schemas.microsoft.com/office/drawing/2014/main" id="{6B1952BD-AFF6-53E4-AB06-95B9946EB0F1}"/>
              </a:ext>
            </a:extLst>
          </p:cNvPr>
          <p:cNvGrpSpPr/>
          <p:nvPr/>
        </p:nvGrpSpPr>
        <p:grpSpPr>
          <a:xfrm>
            <a:off x="3990847" y="3202689"/>
            <a:ext cx="1312060" cy="879407"/>
            <a:chOff x="0" y="-10578"/>
            <a:chExt cx="913507" cy="486439"/>
          </a:xfrm>
          <a:solidFill>
            <a:srgbClr val="0070C0"/>
          </a:solidFill>
        </p:grpSpPr>
        <p:sp>
          <p:nvSpPr>
            <p:cNvPr id="22" name="Rectángulo: esquinas redondeadas 21">
              <a:extLst>
                <a:ext uri="{FF2B5EF4-FFF2-40B4-BE49-F238E27FC236}">
                  <a16:creationId xmlns:a16="http://schemas.microsoft.com/office/drawing/2014/main" id="{ADC28D7E-C901-44C0-BE70-E64DCB3D2C60}"/>
                </a:ext>
              </a:extLst>
            </p:cNvPr>
            <p:cNvSpPr/>
            <p:nvPr/>
          </p:nvSpPr>
          <p:spPr>
            <a:xfrm>
              <a:off x="0" y="0"/>
              <a:ext cx="913507" cy="475861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3" name="Rectángulo: esquinas redondeadas 4">
              <a:extLst>
                <a:ext uri="{FF2B5EF4-FFF2-40B4-BE49-F238E27FC236}">
                  <a16:creationId xmlns:a16="http://schemas.microsoft.com/office/drawing/2014/main" id="{F55827FE-B746-1276-B9FA-D2EA06FC78F2}"/>
                </a:ext>
              </a:extLst>
            </p:cNvPr>
            <p:cNvSpPr txBox="1"/>
            <p:nvPr/>
          </p:nvSpPr>
          <p:spPr>
            <a:xfrm>
              <a:off x="13937" y="-10578"/>
              <a:ext cx="885633" cy="447987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AR" sz="1200" b="1" dirty="0"/>
                <a:t>SEGMENTACION</a:t>
              </a:r>
              <a:endParaRPr lang="es-AR" sz="1200" b="1" kern="1200" dirty="0"/>
            </a:p>
          </p:txBody>
        </p:sp>
      </p:grpSp>
      <p:sp>
        <p:nvSpPr>
          <p:cNvPr id="24" name="Flecha: a la derecha 23">
            <a:extLst>
              <a:ext uri="{FF2B5EF4-FFF2-40B4-BE49-F238E27FC236}">
                <a16:creationId xmlns:a16="http://schemas.microsoft.com/office/drawing/2014/main" id="{03657F86-ABED-D4C0-3EC7-24A131167F34}"/>
              </a:ext>
            </a:extLst>
          </p:cNvPr>
          <p:cNvSpPr/>
          <p:nvPr/>
        </p:nvSpPr>
        <p:spPr>
          <a:xfrm>
            <a:off x="3442999" y="3596297"/>
            <a:ext cx="481176" cy="2124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700D07BB-C185-ACE9-1D89-181944BA448C}"/>
              </a:ext>
            </a:extLst>
          </p:cNvPr>
          <p:cNvSpPr/>
          <p:nvPr/>
        </p:nvSpPr>
        <p:spPr>
          <a:xfrm>
            <a:off x="5434896" y="3596297"/>
            <a:ext cx="481176" cy="2124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27" name="Grupo 26">
            <a:extLst>
              <a:ext uri="{FF2B5EF4-FFF2-40B4-BE49-F238E27FC236}">
                <a16:creationId xmlns:a16="http://schemas.microsoft.com/office/drawing/2014/main" id="{8030FFE3-C407-D74B-E49C-827237D1BB6A}"/>
              </a:ext>
            </a:extLst>
          </p:cNvPr>
          <p:cNvGrpSpPr/>
          <p:nvPr/>
        </p:nvGrpSpPr>
        <p:grpSpPr>
          <a:xfrm>
            <a:off x="6048061" y="3207118"/>
            <a:ext cx="1312060" cy="879407"/>
            <a:chOff x="0" y="-10578"/>
            <a:chExt cx="913507" cy="486439"/>
          </a:xfrm>
          <a:solidFill>
            <a:srgbClr val="0070C0"/>
          </a:solidFill>
        </p:grpSpPr>
        <p:sp>
          <p:nvSpPr>
            <p:cNvPr id="28" name="Rectángulo: esquinas redondeadas 27">
              <a:extLst>
                <a:ext uri="{FF2B5EF4-FFF2-40B4-BE49-F238E27FC236}">
                  <a16:creationId xmlns:a16="http://schemas.microsoft.com/office/drawing/2014/main" id="{A321F678-CD4F-B058-EEB7-574AC7B85EAE}"/>
                </a:ext>
              </a:extLst>
            </p:cNvPr>
            <p:cNvSpPr/>
            <p:nvPr/>
          </p:nvSpPr>
          <p:spPr>
            <a:xfrm>
              <a:off x="0" y="0"/>
              <a:ext cx="913507" cy="475861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9" name="Rectángulo: esquinas redondeadas 4">
              <a:extLst>
                <a:ext uri="{FF2B5EF4-FFF2-40B4-BE49-F238E27FC236}">
                  <a16:creationId xmlns:a16="http://schemas.microsoft.com/office/drawing/2014/main" id="{C8251BBC-14E8-E70E-30B3-AB19D9642B72}"/>
                </a:ext>
              </a:extLst>
            </p:cNvPr>
            <p:cNvSpPr txBox="1"/>
            <p:nvPr/>
          </p:nvSpPr>
          <p:spPr>
            <a:xfrm>
              <a:off x="13937" y="-10578"/>
              <a:ext cx="885633" cy="447987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AR" sz="1200" b="1" dirty="0"/>
                <a:t>COMUNICACIÓN</a:t>
              </a:r>
            </a:p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AR" sz="1200" b="1" kern="1200" dirty="0"/>
                <a:t>AL PAS</a:t>
              </a:r>
            </a:p>
          </p:txBody>
        </p:sp>
      </p:grp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8DF1C6EF-D01A-1B3C-9493-F4F2B9D364FD}"/>
              </a:ext>
            </a:extLst>
          </p:cNvPr>
          <p:cNvCxnSpPr>
            <a:stCxn id="29" idx="3"/>
          </p:cNvCxnSpPr>
          <p:nvPr/>
        </p:nvCxnSpPr>
        <p:spPr>
          <a:xfrm flipV="1">
            <a:off x="7340104" y="2976465"/>
            <a:ext cx="1402680" cy="6355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2" name="Diagrama 31">
            <a:extLst>
              <a:ext uri="{FF2B5EF4-FFF2-40B4-BE49-F238E27FC236}">
                <a16:creationId xmlns:a16="http://schemas.microsoft.com/office/drawing/2014/main" id="{C0C9CC9F-F27A-A9D5-2105-9FAAE8DBCD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71692222"/>
              </p:ext>
            </p:extLst>
          </p:nvPr>
        </p:nvGraphicFramePr>
        <p:xfrm>
          <a:off x="8863125" y="2621901"/>
          <a:ext cx="914400" cy="4758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2" r:lo="rId23" r:qs="rId24" r:cs="rId25"/>
          </a:graphicData>
        </a:graphic>
      </p:graphicFrame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E27F0566-4FAC-8423-E84E-BA1AF52F3A52}"/>
              </a:ext>
            </a:extLst>
          </p:cNvPr>
          <p:cNvCxnSpPr>
            <a:cxnSpLocks/>
          </p:cNvCxnSpPr>
          <p:nvPr/>
        </p:nvCxnSpPr>
        <p:spPr>
          <a:xfrm flipV="1">
            <a:off x="9777525" y="2157798"/>
            <a:ext cx="822051" cy="598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5" name="Grupo 34">
            <a:extLst>
              <a:ext uri="{FF2B5EF4-FFF2-40B4-BE49-F238E27FC236}">
                <a16:creationId xmlns:a16="http://schemas.microsoft.com/office/drawing/2014/main" id="{B124117C-C893-2093-5193-ABF2708065AB}"/>
              </a:ext>
            </a:extLst>
          </p:cNvPr>
          <p:cNvGrpSpPr/>
          <p:nvPr/>
        </p:nvGrpSpPr>
        <p:grpSpPr>
          <a:xfrm>
            <a:off x="10640461" y="1870787"/>
            <a:ext cx="913507" cy="475861"/>
            <a:chOff x="446" y="0"/>
            <a:chExt cx="913507" cy="475861"/>
          </a:xfrm>
          <a:solidFill>
            <a:srgbClr val="0070C0"/>
          </a:solidFill>
        </p:grpSpPr>
        <p:sp>
          <p:nvSpPr>
            <p:cNvPr id="36" name="Rectángulo: esquinas redondeadas 35">
              <a:extLst>
                <a:ext uri="{FF2B5EF4-FFF2-40B4-BE49-F238E27FC236}">
                  <a16:creationId xmlns:a16="http://schemas.microsoft.com/office/drawing/2014/main" id="{F898FAA8-09FE-09F5-057F-EF337E3D3E2D}"/>
                </a:ext>
              </a:extLst>
            </p:cNvPr>
            <p:cNvSpPr/>
            <p:nvPr/>
          </p:nvSpPr>
          <p:spPr>
            <a:xfrm>
              <a:off x="446" y="0"/>
              <a:ext cx="913507" cy="475861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7" name="Rectángulo: esquinas redondeadas 4">
              <a:extLst>
                <a:ext uri="{FF2B5EF4-FFF2-40B4-BE49-F238E27FC236}">
                  <a16:creationId xmlns:a16="http://schemas.microsoft.com/office/drawing/2014/main" id="{400BF100-C379-4824-BE5E-A72A96A0D0EB}"/>
                </a:ext>
              </a:extLst>
            </p:cNvPr>
            <p:cNvSpPr txBox="1"/>
            <p:nvPr/>
          </p:nvSpPr>
          <p:spPr>
            <a:xfrm>
              <a:off x="14383" y="13937"/>
              <a:ext cx="885633" cy="447987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AR" sz="2000" kern="1200" dirty="0"/>
                <a:t>PAS</a:t>
              </a:r>
            </a:p>
          </p:txBody>
        </p:sp>
      </p:grpSp>
      <p:grpSp>
        <p:nvGrpSpPr>
          <p:cNvPr id="38" name="Grupo 37">
            <a:extLst>
              <a:ext uri="{FF2B5EF4-FFF2-40B4-BE49-F238E27FC236}">
                <a16:creationId xmlns:a16="http://schemas.microsoft.com/office/drawing/2014/main" id="{14F42306-A907-EE0E-4B2E-B2828332141F}"/>
              </a:ext>
            </a:extLst>
          </p:cNvPr>
          <p:cNvGrpSpPr/>
          <p:nvPr/>
        </p:nvGrpSpPr>
        <p:grpSpPr>
          <a:xfrm>
            <a:off x="10654398" y="2624326"/>
            <a:ext cx="913507" cy="475861"/>
            <a:chOff x="446" y="0"/>
            <a:chExt cx="913507" cy="475861"/>
          </a:xfrm>
          <a:solidFill>
            <a:srgbClr val="0070C0"/>
          </a:solidFill>
        </p:grpSpPr>
        <p:sp>
          <p:nvSpPr>
            <p:cNvPr id="39" name="Rectángulo: esquinas redondeadas 38">
              <a:extLst>
                <a:ext uri="{FF2B5EF4-FFF2-40B4-BE49-F238E27FC236}">
                  <a16:creationId xmlns:a16="http://schemas.microsoft.com/office/drawing/2014/main" id="{3E9A1B62-1AF1-E45B-EB4A-50FF113BB089}"/>
                </a:ext>
              </a:extLst>
            </p:cNvPr>
            <p:cNvSpPr/>
            <p:nvPr/>
          </p:nvSpPr>
          <p:spPr>
            <a:xfrm>
              <a:off x="446" y="0"/>
              <a:ext cx="913507" cy="475861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0" name="Rectángulo: esquinas redondeadas 4">
              <a:extLst>
                <a:ext uri="{FF2B5EF4-FFF2-40B4-BE49-F238E27FC236}">
                  <a16:creationId xmlns:a16="http://schemas.microsoft.com/office/drawing/2014/main" id="{0CFA573E-7807-BA28-E38F-D0E33C1C4446}"/>
                </a:ext>
              </a:extLst>
            </p:cNvPr>
            <p:cNvSpPr txBox="1"/>
            <p:nvPr/>
          </p:nvSpPr>
          <p:spPr>
            <a:xfrm>
              <a:off x="14383" y="13937"/>
              <a:ext cx="885633" cy="447987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AR" sz="2000" kern="1200" dirty="0"/>
                <a:t>PAS</a:t>
              </a:r>
            </a:p>
          </p:txBody>
        </p:sp>
      </p:grpSp>
      <p:grpSp>
        <p:nvGrpSpPr>
          <p:cNvPr id="41" name="Grupo 40">
            <a:extLst>
              <a:ext uri="{FF2B5EF4-FFF2-40B4-BE49-F238E27FC236}">
                <a16:creationId xmlns:a16="http://schemas.microsoft.com/office/drawing/2014/main" id="{B63AD9EE-EACF-43CB-3547-9F4A0054257B}"/>
              </a:ext>
            </a:extLst>
          </p:cNvPr>
          <p:cNvGrpSpPr/>
          <p:nvPr/>
        </p:nvGrpSpPr>
        <p:grpSpPr>
          <a:xfrm>
            <a:off x="10668335" y="3246680"/>
            <a:ext cx="913507" cy="475861"/>
            <a:chOff x="446" y="0"/>
            <a:chExt cx="913507" cy="475861"/>
          </a:xfrm>
          <a:solidFill>
            <a:srgbClr val="0070C0"/>
          </a:solidFill>
        </p:grpSpPr>
        <p:sp>
          <p:nvSpPr>
            <p:cNvPr id="42" name="Rectángulo: esquinas redondeadas 41">
              <a:extLst>
                <a:ext uri="{FF2B5EF4-FFF2-40B4-BE49-F238E27FC236}">
                  <a16:creationId xmlns:a16="http://schemas.microsoft.com/office/drawing/2014/main" id="{25E32FA4-ECB1-65FA-67FE-18CBA26BA5FA}"/>
                </a:ext>
              </a:extLst>
            </p:cNvPr>
            <p:cNvSpPr/>
            <p:nvPr/>
          </p:nvSpPr>
          <p:spPr>
            <a:xfrm>
              <a:off x="446" y="0"/>
              <a:ext cx="913507" cy="475861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3" name="Rectángulo: esquinas redondeadas 4">
              <a:extLst>
                <a:ext uri="{FF2B5EF4-FFF2-40B4-BE49-F238E27FC236}">
                  <a16:creationId xmlns:a16="http://schemas.microsoft.com/office/drawing/2014/main" id="{E1ADC30D-9C40-D6D7-A629-14050A4E4F76}"/>
                </a:ext>
              </a:extLst>
            </p:cNvPr>
            <p:cNvSpPr txBox="1"/>
            <p:nvPr/>
          </p:nvSpPr>
          <p:spPr>
            <a:xfrm>
              <a:off x="14383" y="13937"/>
              <a:ext cx="885633" cy="447987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AR" sz="2000" kern="1200" dirty="0"/>
                <a:t>PAS</a:t>
              </a:r>
            </a:p>
          </p:txBody>
        </p:sp>
      </p:grp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0A55B94E-B29F-EFDD-6995-134A94CBE345}"/>
              </a:ext>
            </a:extLst>
          </p:cNvPr>
          <p:cNvCxnSpPr>
            <a:cxnSpLocks/>
          </p:cNvCxnSpPr>
          <p:nvPr/>
        </p:nvCxnSpPr>
        <p:spPr>
          <a:xfrm>
            <a:off x="9777524" y="2864495"/>
            <a:ext cx="822052" cy="6973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Conector recto de flecha 47">
            <a:extLst>
              <a:ext uri="{FF2B5EF4-FFF2-40B4-BE49-F238E27FC236}">
                <a16:creationId xmlns:a16="http://schemas.microsoft.com/office/drawing/2014/main" id="{07413DA1-91A6-DFBD-6147-7FD37865F78C}"/>
              </a:ext>
            </a:extLst>
          </p:cNvPr>
          <p:cNvCxnSpPr>
            <a:cxnSpLocks/>
            <a:endCxn id="40" idx="1"/>
          </p:cNvCxnSpPr>
          <p:nvPr/>
        </p:nvCxnSpPr>
        <p:spPr>
          <a:xfrm>
            <a:off x="9777524" y="2840144"/>
            <a:ext cx="890811" cy="221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50" name="Diagrama 49">
            <a:extLst>
              <a:ext uri="{FF2B5EF4-FFF2-40B4-BE49-F238E27FC236}">
                <a16:creationId xmlns:a16="http://schemas.microsoft.com/office/drawing/2014/main" id="{75474C7D-327E-174C-973F-592D269B4A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16465754"/>
              </p:ext>
            </p:extLst>
          </p:nvPr>
        </p:nvGraphicFramePr>
        <p:xfrm>
          <a:off x="8863125" y="4814935"/>
          <a:ext cx="914400" cy="4758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7" r:lo="rId28" r:qs="rId29" r:cs="rId30"/>
          </a:graphicData>
        </a:graphic>
      </p:graphicFrame>
      <p:cxnSp>
        <p:nvCxnSpPr>
          <p:cNvPr id="51" name="Conector recto de flecha 50">
            <a:extLst>
              <a:ext uri="{FF2B5EF4-FFF2-40B4-BE49-F238E27FC236}">
                <a16:creationId xmlns:a16="http://schemas.microsoft.com/office/drawing/2014/main" id="{CBA5B127-DC35-6AA5-C8B1-A824D564ACD0}"/>
              </a:ext>
            </a:extLst>
          </p:cNvPr>
          <p:cNvCxnSpPr>
            <a:cxnSpLocks/>
          </p:cNvCxnSpPr>
          <p:nvPr/>
        </p:nvCxnSpPr>
        <p:spPr>
          <a:xfrm flipV="1">
            <a:off x="9777525" y="4350832"/>
            <a:ext cx="822051" cy="598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2" name="Grupo 51">
            <a:extLst>
              <a:ext uri="{FF2B5EF4-FFF2-40B4-BE49-F238E27FC236}">
                <a16:creationId xmlns:a16="http://schemas.microsoft.com/office/drawing/2014/main" id="{39C89C34-CB98-7267-D0B2-C182AC3F6BAF}"/>
              </a:ext>
            </a:extLst>
          </p:cNvPr>
          <p:cNvGrpSpPr/>
          <p:nvPr/>
        </p:nvGrpSpPr>
        <p:grpSpPr>
          <a:xfrm>
            <a:off x="10640461" y="4063821"/>
            <a:ext cx="913507" cy="475861"/>
            <a:chOff x="446" y="0"/>
            <a:chExt cx="913507" cy="475861"/>
          </a:xfrm>
          <a:solidFill>
            <a:srgbClr val="0070C0"/>
          </a:solidFill>
        </p:grpSpPr>
        <p:sp>
          <p:nvSpPr>
            <p:cNvPr id="53" name="Rectángulo: esquinas redondeadas 52">
              <a:extLst>
                <a:ext uri="{FF2B5EF4-FFF2-40B4-BE49-F238E27FC236}">
                  <a16:creationId xmlns:a16="http://schemas.microsoft.com/office/drawing/2014/main" id="{9C290D4C-DFC0-186B-4E37-D1C377B2902C}"/>
                </a:ext>
              </a:extLst>
            </p:cNvPr>
            <p:cNvSpPr/>
            <p:nvPr/>
          </p:nvSpPr>
          <p:spPr>
            <a:xfrm>
              <a:off x="446" y="0"/>
              <a:ext cx="913507" cy="475861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4" name="Rectángulo: esquinas redondeadas 4">
              <a:extLst>
                <a:ext uri="{FF2B5EF4-FFF2-40B4-BE49-F238E27FC236}">
                  <a16:creationId xmlns:a16="http://schemas.microsoft.com/office/drawing/2014/main" id="{FC44A070-1B2D-1EA1-9EA7-AC7E752AF5BE}"/>
                </a:ext>
              </a:extLst>
            </p:cNvPr>
            <p:cNvSpPr txBox="1"/>
            <p:nvPr/>
          </p:nvSpPr>
          <p:spPr>
            <a:xfrm>
              <a:off x="14383" y="13937"/>
              <a:ext cx="885633" cy="447987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AR" sz="1600" kern="1200" dirty="0"/>
                <a:t>CLIENTE</a:t>
              </a:r>
            </a:p>
          </p:txBody>
        </p:sp>
      </p:grpSp>
      <p:grpSp>
        <p:nvGrpSpPr>
          <p:cNvPr id="55" name="Grupo 54">
            <a:extLst>
              <a:ext uri="{FF2B5EF4-FFF2-40B4-BE49-F238E27FC236}">
                <a16:creationId xmlns:a16="http://schemas.microsoft.com/office/drawing/2014/main" id="{5540202E-5C0C-673A-0C41-1D3557439A66}"/>
              </a:ext>
            </a:extLst>
          </p:cNvPr>
          <p:cNvGrpSpPr/>
          <p:nvPr/>
        </p:nvGrpSpPr>
        <p:grpSpPr>
          <a:xfrm>
            <a:off x="10654398" y="4817360"/>
            <a:ext cx="913507" cy="475861"/>
            <a:chOff x="446" y="0"/>
            <a:chExt cx="913507" cy="475861"/>
          </a:xfrm>
          <a:solidFill>
            <a:srgbClr val="0070C0"/>
          </a:solidFill>
        </p:grpSpPr>
        <p:sp>
          <p:nvSpPr>
            <p:cNvPr id="56" name="Rectángulo: esquinas redondeadas 55">
              <a:extLst>
                <a:ext uri="{FF2B5EF4-FFF2-40B4-BE49-F238E27FC236}">
                  <a16:creationId xmlns:a16="http://schemas.microsoft.com/office/drawing/2014/main" id="{88348953-F2A8-A8EF-542C-5B149B38D93C}"/>
                </a:ext>
              </a:extLst>
            </p:cNvPr>
            <p:cNvSpPr/>
            <p:nvPr/>
          </p:nvSpPr>
          <p:spPr>
            <a:xfrm>
              <a:off x="446" y="0"/>
              <a:ext cx="913507" cy="475861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7" name="Rectángulo: esquinas redondeadas 4">
              <a:extLst>
                <a:ext uri="{FF2B5EF4-FFF2-40B4-BE49-F238E27FC236}">
                  <a16:creationId xmlns:a16="http://schemas.microsoft.com/office/drawing/2014/main" id="{137EA7D2-C241-170C-F3C6-4DF898B918C1}"/>
                </a:ext>
              </a:extLst>
            </p:cNvPr>
            <p:cNvSpPr txBox="1"/>
            <p:nvPr/>
          </p:nvSpPr>
          <p:spPr>
            <a:xfrm>
              <a:off x="14383" y="13937"/>
              <a:ext cx="885633" cy="447987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AR" sz="1600" kern="1200" dirty="0"/>
                <a:t>CLIENTE</a:t>
              </a:r>
            </a:p>
          </p:txBody>
        </p:sp>
      </p:grpSp>
      <p:grpSp>
        <p:nvGrpSpPr>
          <p:cNvPr id="58" name="Grupo 57">
            <a:extLst>
              <a:ext uri="{FF2B5EF4-FFF2-40B4-BE49-F238E27FC236}">
                <a16:creationId xmlns:a16="http://schemas.microsoft.com/office/drawing/2014/main" id="{F31E9B48-F545-8EC9-4CDB-8F8728A161CA}"/>
              </a:ext>
            </a:extLst>
          </p:cNvPr>
          <p:cNvGrpSpPr/>
          <p:nvPr/>
        </p:nvGrpSpPr>
        <p:grpSpPr>
          <a:xfrm>
            <a:off x="10668335" y="5439714"/>
            <a:ext cx="913507" cy="475861"/>
            <a:chOff x="446" y="0"/>
            <a:chExt cx="913507" cy="475861"/>
          </a:xfrm>
          <a:solidFill>
            <a:srgbClr val="0070C0"/>
          </a:solidFill>
        </p:grpSpPr>
        <p:sp>
          <p:nvSpPr>
            <p:cNvPr id="59" name="Rectángulo: esquinas redondeadas 58">
              <a:extLst>
                <a:ext uri="{FF2B5EF4-FFF2-40B4-BE49-F238E27FC236}">
                  <a16:creationId xmlns:a16="http://schemas.microsoft.com/office/drawing/2014/main" id="{95D77437-B4D5-F842-41D4-BDF581F11001}"/>
                </a:ext>
              </a:extLst>
            </p:cNvPr>
            <p:cNvSpPr/>
            <p:nvPr/>
          </p:nvSpPr>
          <p:spPr>
            <a:xfrm>
              <a:off x="446" y="0"/>
              <a:ext cx="913507" cy="475861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0" name="Rectángulo: esquinas redondeadas 4">
              <a:extLst>
                <a:ext uri="{FF2B5EF4-FFF2-40B4-BE49-F238E27FC236}">
                  <a16:creationId xmlns:a16="http://schemas.microsoft.com/office/drawing/2014/main" id="{34E0B9ED-D17F-3F7B-FBAB-9F4F222958B3}"/>
                </a:ext>
              </a:extLst>
            </p:cNvPr>
            <p:cNvSpPr txBox="1"/>
            <p:nvPr/>
          </p:nvSpPr>
          <p:spPr>
            <a:xfrm>
              <a:off x="14383" y="13937"/>
              <a:ext cx="885633" cy="447987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AR" sz="1600" kern="1200" dirty="0"/>
                <a:t>CLIENTE</a:t>
              </a:r>
            </a:p>
          </p:txBody>
        </p:sp>
      </p:grpSp>
      <p:cxnSp>
        <p:nvCxnSpPr>
          <p:cNvPr id="61" name="Conector recto de flecha 60">
            <a:extLst>
              <a:ext uri="{FF2B5EF4-FFF2-40B4-BE49-F238E27FC236}">
                <a16:creationId xmlns:a16="http://schemas.microsoft.com/office/drawing/2014/main" id="{216F6B69-2695-8858-6FED-8120E95DB1A7}"/>
              </a:ext>
            </a:extLst>
          </p:cNvPr>
          <p:cNvCxnSpPr>
            <a:cxnSpLocks/>
          </p:cNvCxnSpPr>
          <p:nvPr/>
        </p:nvCxnSpPr>
        <p:spPr>
          <a:xfrm>
            <a:off x="9777524" y="5057529"/>
            <a:ext cx="822052" cy="6973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Conector recto de flecha 61">
            <a:extLst>
              <a:ext uri="{FF2B5EF4-FFF2-40B4-BE49-F238E27FC236}">
                <a16:creationId xmlns:a16="http://schemas.microsoft.com/office/drawing/2014/main" id="{888DAC6D-EE10-35D0-4F66-F0030DFF874E}"/>
              </a:ext>
            </a:extLst>
          </p:cNvPr>
          <p:cNvCxnSpPr>
            <a:cxnSpLocks/>
            <a:endCxn id="57" idx="1"/>
          </p:cNvCxnSpPr>
          <p:nvPr/>
        </p:nvCxnSpPr>
        <p:spPr>
          <a:xfrm>
            <a:off x="9777524" y="5033178"/>
            <a:ext cx="890811" cy="221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Conector recto de flecha 62">
            <a:extLst>
              <a:ext uri="{FF2B5EF4-FFF2-40B4-BE49-F238E27FC236}">
                <a16:creationId xmlns:a16="http://schemas.microsoft.com/office/drawing/2014/main" id="{61A9562D-1838-DE23-879D-A9CEFD9CD1C2}"/>
              </a:ext>
            </a:extLst>
          </p:cNvPr>
          <p:cNvCxnSpPr>
            <a:cxnSpLocks/>
          </p:cNvCxnSpPr>
          <p:nvPr/>
        </p:nvCxnSpPr>
        <p:spPr>
          <a:xfrm>
            <a:off x="7339459" y="3773202"/>
            <a:ext cx="1446890" cy="1259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8720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27B65-54D8-8559-0C7C-3A6271F88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7DE7CFE9-FCC7-1855-7C5D-C13F0E5302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00604" y="161558"/>
            <a:ext cx="8458799" cy="620409"/>
          </a:xfrm>
        </p:spPr>
        <p:txBody>
          <a:bodyPr/>
          <a:lstStyle/>
          <a:p>
            <a:r>
              <a:rPr lang="es-AR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PROCESOS PARA AUTOMATIZAR – JUNIO 2026</a:t>
            </a:r>
          </a:p>
          <a:p>
            <a:endParaRPr lang="es-AR" dirty="0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A2674DBD-5268-EB95-0832-2E6BACAC7C58}"/>
              </a:ext>
            </a:extLst>
          </p:cNvPr>
          <p:cNvSpPr txBox="1">
            <a:spLocks/>
          </p:cNvSpPr>
          <p:nvPr/>
        </p:nvSpPr>
        <p:spPr>
          <a:xfrm>
            <a:off x="92124" y="1006227"/>
            <a:ext cx="9228201" cy="10089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None/>
              <a:defRPr sz="32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4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RECHAZOS Y DEUDORES</a:t>
            </a:r>
            <a:endParaRPr lang="es-AR" sz="24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s-AR" dirty="0"/>
          </a:p>
        </p:txBody>
      </p:sp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56201000-CBA8-FEFC-DE1C-1D731934E7DC}"/>
              </a:ext>
            </a:extLst>
          </p:cNvPr>
          <p:cNvGraphicFramePr/>
          <p:nvPr/>
        </p:nvGraphicFramePr>
        <p:xfrm>
          <a:off x="354563" y="2621902"/>
          <a:ext cx="914400" cy="4758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Diagrama 7">
            <a:extLst>
              <a:ext uri="{FF2B5EF4-FFF2-40B4-BE49-F238E27FC236}">
                <a16:creationId xmlns:a16="http://schemas.microsoft.com/office/drawing/2014/main" id="{EAC03297-43B9-A970-3534-1E3F67199A2E}"/>
              </a:ext>
            </a:extLst>
          </p:cNvPr>
          <p:cNvGraphicFramePr/>
          <p:nvPr/>
        </p:nvGraphicFramePr>
        <p:xfrm>
          <a:off x="354563" y="4140180"/>
          <a:ext cx="914400" cy="4758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654ADE13-B36B-7EE0-EB3E-9B742C054989}"/>
              </a:ext>
            </a:extLst>
          </p:cNvPr>
          <p:cNvCxnSpPr/>
          <p:nvPr/>
        </p:nvCxnSpPr>
        <p:spPr>
          <a:xfrm>
            <a:off x="1268963" y="2859832"/>
            <a:ext cx="662474" cy="5212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DEA6E0FF-487E-311C-4CD5-B2AEED476CA0}"/>
              </a:ext>
            </a:extLst>
          </p:cNvPr>
          <p:cNvCxnSpPr>
            <a:cxnSpLocks/>
          </p:cNvCxnSpPr>
          <p:nvPr/>
        </p:nvCxnSpPr>
        <p:spPr>
          <a:xfrm>
            <a:off x="1268963" y="3596297"/>
            <a:ext cx="662474" cy="226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0BBC73E8-211A-4941-1482-F42F9031EC7B}"/>
              </a:ext>
            </a:extLst>
          </p:cNvPr>
          <p:cNvCxnSpPr>
            <a:cxnSpLocks/>
          </p:cNvCxnSpPr>
          <p:nvPr/>
        </p:nvCxnSpPr>
        <p:spPr>
          <a:xfrm flipV="1">
            <a:off x="1268963" y="3808757"/>
            <a:ext cx="662474" cy="5466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6" name="Grupo 15">
            <a:extLst>
              <a:ext uri="{FF2B5EF4-FFF2-40B4-BE49-F238E27FC236}">
                <a16:creationId xmlns:a16="http://schemas.microsoft.com/office/drawing/2014/main" id="{BD7F6A5A-8B36-C461-0D8C-AEF618E57E17}"/>
              </a:ext>
            </a:extLst>
          </p:cNvPr>
          <p:cNvGrpSpPr/>
          <p:nvPr/>
        </p:nvGrpSpPr>
        <p:grpSpPr>
          <a:xfrm>
            <a:off x="2065622" y="3188829"/>
            <a:ext cx="1312060" cy="860284"/>
            <a:chOff x="0" y="0"/>
            <a:chExt cx="913507" cy="475861"/>
          </a:xfrm>
          <a:solidFill>
            <a:srgbClr val="0070C0"/>
          </a:solidFill>
        </p:grpSpPr>
        <p:sp>
          <p:nvSpPr>
            <p:cNvPr id="17" name="Rectángulo: esquinas redondeadas 16">
              <a:extLst>
                <a:ext uri="{FF2B5EF4-FFF2-40B4-BE49-F238E27FC236}">
                  <a16:creationId xmlns:a16="http://schemas.microsoft.com/office/drawing/2014/main" id="{F45E793B-89D6-777E-B041-1F4ED6DC8CA9}"/>
                </a:ext>
              </a:extLst>
            </p:cNvPr>
            <p:cNvSpPr/>
            <p:nvPr/>
          </p:nvSpPr>
          <p:spPr>
            <a:xfrm>
              <a:off x="0" y="0"/>
              <a:ext cx="913507" cy="475861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8" name="Rectángulo: esquinas redondeadas 4">
              <a:extLst>
                <a:ext uri="{FF2B5EF4-FFF2-40B4-BE49-F238E27FC236}">
                  <a16:creationId xmlns:a16="http://schemas.microsoft.com/office/drawing/2014/main" id="{0544C2B4-AE3D-EC34-A058-284511587F6E}"/>
                </a:ext>
              </a:extLst>
            </p:cNvPr>
            <p:cNvSpPr txBox="1"/>
            <p:nvPr/>
          </p:nvSpPr>
          <p:spPr>
            <a:xfrm>
              <a:off x="13937" y="13937"/>
              <a:ext cx="885633" cy="447987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AR" sz="1200" b="1" dirty="0"/>
                <a:t>CENTRALIZACION EXCEL</a:t>
              </a:r>
              <a:endParaRPr lang="es-AR" sz="1200" b="1" kern="1200" dirty="0"/>
            </a:p>
          </p:txBody>
        </p:sp>
      </p:grpSp>
      <p:graphicFrame>
        <p:nvGraphicFramePr>
          <p:cNvPr id="19" name="Diagrama 18">
            <a:extLst>
              <a:ext uri="{FF2B5EF4-FFF2-40B4-BE49-F238E27FC236}">
                <a16:creationId xmlns:a16="http://schemas.microsoft.com/office/drawing/2014/main" id="{8481166E-12C9-2C36-8E05-4BE74A650DA5}"/>
              </a:ext>
            </a:extLst>
          </p:cNvPr>
          <p:cNvGraphicFramePr/>
          <p:nvPr/>
        </p:nvGraphicFramePr>
        <p:xfrm>
          <a:off x="344554" y="3381040"/>
          <a:ext cx="914400" cy="4758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20" name="Diagrama 19">
            <a:extLst>
              <a:ext uri="{FF2B5EF4-FFF2-40B4-BE49-F238E27FC236}">
                <a16:creationId xmlns:a16="http://schemas.microsoft.com/office/drawing/2014/main" id="{398A9E18-577F-FB2B-C49A-0646CCEE7FAF}"/>
              </a:ext>
            </a:extLst>
          </p:cNvPr>
          <p:cNvGraphicFramePr/>
          <p:nvPr/>
        </p:nvGraphicFramePr>
        <p:xfrm>
          <a:off x="344554" y="4117505"/>
          <a:ext cx="914400" cy="4758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grpSp>
        <p:nvGrpSpPr>
          <p:cNvPr id="21" name="Grupo 20">
            <a:extLst>
              <a:ext uri="{FF2B5EF4-FFF2-40B4-BE49-F238E27FC236}">
                <a16:creationId xmlns:a16="http://schemas.microsoft.com/office/drawing/2014/main" id="{A5E55A64-1818-AE46-C668-ABE78039A24D}"/>
              </a:ext>
            </a:extLst>
          </p:cNvPr>
          <p:cNvGrpSpPr/>
          <p:nvPr/>
        </p:nvGrpSpPr>
        <p:grpSpPr>
          <a:xfrm>
            <a:off x="3990847" y="3202689"/>
            <a:ext cx="1312060" cy="879407"/>
            <a:chOff x="0" y="-10578"/>
            <a:chExt cx="913507" cy="486439"/>
          </a:xfrm>
          <a:solidFill>
            <a:srgbClr val="0070C0"/>
          </a:solidFill>
        </p:grpSpPr>
        <p:sp>
          <p:nvSpPr>
            <p:cNvPr id="22" name="Rectángulo: esquinas redondeadas 21">
              <a:extLst>
                <a:ext uri="{FF2B5EF4-FFF2-40B4-BE49-F238E27FC236}">
                  <a16:creationId xmlns:a16="http://schemas.microsoft.com/office/drawing/2014/main" id="{1A980BCC-7554-9D0D-1B9A-1C6A7BEFA008}"/>
                </a:ext>
              </a:extLst>
            </p:cNvPr>
            <p:cNvSpPr/>
            <p:nvPr/>
          </p:nvSpPr>
          <p:spPr>
            <a:xfrm>
              <a:off x="0" y="0"/>
              <a:ext cx="913507" cy="475861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3" name="Rectángulo: esquinas redondeadas 4">
              <a:extLst>
                <a:ext uri="{FF2B5EF4-FFF2-40B4-BE49-F238E27FC236}">
                  <a16:creationId xmlns:a16="http://schemas.microsoft.com/office/drawing/2014/main" id="{160165D9-7C0B-D799-69DB-5B46CE3F3F89}"/>
                </a:ext>
              </a:extLst>
            </p:cNvPr>
            <p:cNvSpPr txBox="1"/>
            <p:nvPr/>
          </p:nvSpPr>
          <p:spPr>
            <a:xfrm>
              <a:off x="13937" y="-10578"/>
              <a:ext cx="885633" cy="447987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AR" sz="1200" b="1" dirty="0"/>
                <a:t>SEGMENTACION</a:t>
              </a:r>
              <a:endParaRPr lang="es-AR" sz="1200" b="1" kern="1200" dirty="0"/>
            </a:p>
          </p:txBody>
        </p:sp>
      </p:grpSp>
      <p:sp>
        <p:nvSpPr>
          <p:cNvPr id="24" name="Flecha: a la derecha 23">
            <a:extLst>
              <a:ext uri="{FF2B5EF4-FFF2-40B4-BE49-F238E27FC236}">
                <a16:creationId xmlns:a16="http://schemas.microsoft.com/office/drawing/2014/main" id="{F1FC2595-92A6-88A9-A60F-288367A31F98}"/>
              </a:ext>
            </a:extLst>
          </p:cNvPr>
          <p:cNvSpPr/>
          <p:nvPr/>
        </p:nvSpPr>
        <p:spPr>
          <a:xfrm>
            <a:off x="3442999" y="3596297"/>
            <a:ext cx="481176" cy="2124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A2721BA6-3488-160C-23C0-52EC5E690E05}"/>
              </a:ext>
            </a:extLst>
          </p:cNvPr>
          <p:cNvSpPr/>
          <p:nvPr/>
        </p:nvSpPr>
        <p:spPr>
          <a:xfrm>
            <a:off x="5434896" y="3596297"/>
            <a:ext cx="481176" cy="2124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27" name="Grupo 26">
            <a:extLst>
              <a:ext uri="{FF2B5EF4-FFF2-40B4-BE49-F238E27FC236}">
                <a16:creationId xmlns:a16="http://schemas.microsoft.com/office/drawing/2014/main" id="{6816A356-AD80-8B96-4E6D-BD5A963904F6}"/>
              </a:ext>
            </a:extLst>
          </p:cNvPr>
          <p:cNvGrpSpPr/>
          <p:nvPr/>
        </p:nvGrpSpPr>
        <p:grpSpPr>
          <a:xfrm>
            <a:off x="6048061" y="3207118"/>
            <a:ext cx="1312060" cy="879407"/>
            <a:chOff x="0" y="-10578"/>
            <a:chExt cx="913507" cy="486439"/>
          </a:xfrm>
          <a:solidFill>
            <a:srgbClr val="0070C0"/>
          </a:solidFill>
        </p:grpSpPr>
        <p:sp>
          <p:nvSpPr>
            <p:cNvPr id="28" name="Rectángulo: esquinas redondeadas 27">
              <a:extLst>
                <a:ext uri="{FF2B5EF4-FFF2-40B4-BE49-F238E27FC236}">
                  <a16:creationId xmlns:a16="http://schemas.microsoft.com/office/drawing/2014/main" id="{A4BD7253-E2E7-3DAD-2565-ACDD6831A6DD}"/>
                </a:ext>
              </a:extLst>
            </p:cNvPr>
            <p:cNvSpPr/>
            <p:nvPr/>
          </p:nvSpPr>
          <p:spPr>
            <a:xfrm>
              <a:off x="0" y="0"/>
              <a:ext cx="913507" cy="475861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9" name="Rectángulo: esquinas redondeadas 4">
              <a:extLst>
                <a:ext uri="{FF2B5EF4-FFF2-40B4-BE49-F238E27FC236}">
                  <a16:creationId xmlns:a16="http://schemas.microsoft.com/office/drawing/2014/main" id="{90DE4EC6-CB58-0F68-08D3-387225788670}"/>
                </a:ext>
              </a:extLst>
            </p:cNvPr>
            <p:cNvSpPr txBox="1"/>
            <p:nvPr/>
          </p:nvSpPr>
          <p:spPr>
            <a:xfrm>
              <a:off x="13937" y="-10578"/>
              <a:ext cx="885633" cy="447987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AR" sz="1200" b="1" dirty="0"/>
                <a:t>COMUNICACIÓN</a:t>
              </a:r>
            </a:p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AR" sz="1200" b="1" kern="1200" dirty="0"/>
                <a:t>AL PAS</a:t>
              </a:r>
            </a:p>
          </p:txBody>
        </p:sp>
      </p:grp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78C7E865-DFC1-447B-427D-4F238600C320}"/>
              </a:ext>
            </a:extLst>
          </p:cNvPr>
          <p:cNvCxnSpPr>
            <a:stCxn id="29" idx="3"/>
          </p:cNvCxnSpPr>
          <p:nvPr/>
        </p:nvCxnSpPr>
        <p:spPr>
          <a:xfrm flipV="1">
            <a:off x="7340104" y="2976465"/>
            <a:ext cx="1402680" cy="6355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2" name="Diagrama 31">
            <a:extLst>
              <a:ext uri="{FF2B5EF4-FFF2-40B4-BE49-F238E27FC236}">
                <a16:creationId xmlns:a16="http://schemas.microsoft.com/office/drawing/2014/main" id="{E8E89CE8-0815-856C-D74D-E740AB775708}"/>
              </a:ext>
            </a:extLst>
          </p:cNvPr>
          <p:cNvGraphicFramePr/>
          <p:nvPr/>
        </p:nvGraphicFramePr>
        <p:xfrm>
          <a:off x="8863125" y="2621901"/>
          <a:ext cx="914400" cy="4758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2" r:lo="rId23" r:qs="rId24" r:cs="rId25"/>
          </a:graphicData>
        </a:graphic>
      </p:graphicFrame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6392584F-8078-EAD9-2388-02BC2C304B35}"/>
              </a:ext>
            </a:extLst>
          </p:cNvPr>
          <p:cNvCxnSpPr>
            <a:cxnSpLocks/>
          </p:cNvCxnSpPr>
          <p:nvPr/>
        </p:nvCxnSpPr>
        <p:spPr>
          <a:xfrm flipV="1">
            <a:off x="9777525" y="2157798"/>
            <a:ext cx="822051" cy="598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5" name="Grupo 34">
            <a:extLst>
              <a:ext uri="{FF2B5EF4-FFF2-40B4-BE49-F238E27FC236}">
                <a16:creationId xmlns:a16="http://schemas.microsoft.com/office/drawing/2014/main" id="{1629954B-558C-A4F0-1984-7CC11606D26A}"/>
              </a:ext>
            </a:extLst>
          </p:cNvPr>
          <p:cNvGrpSpPr/>
          <p:nvPr/>
        </p:nvGrpSpPr>
        <p:grpSpPr>
          <a:xfrm>
            <a:off x="10640461" y="1870787"/>
            <a:ext cx="913507" cy="475861"/>
            <a:chOff x="446" y="0"/>
            <a:chExt cx="913507" cy="475861"/>
          </a:xfrm>
          <a:solidFill>
            <a:srgbClr val="0070C0"/>
          </a:solidFill>
        </p:grpSpPr>
        <p:sp>
          <p:nvSpPr>
            <p:cNvPr id="36" name="Rectángulo: esquinas redondeadas 35">
              <a:extLst>
                <a:ext uri="{FF2B5EF4-FFF2-40B4-BE49-F238E27FC236}">
                  <a16:creationId xmlns:a16="http://schemas.microsoft.com/office/drawing/2014/main" id="{D8CAA14B-5D34-86C0-5A6F-352FD52A2652}"/>
                </a:ext>
              </a:extLst>
            </p:cNvPr>
            <p:cNvSpPr/>
            <p:nvPr/>
          </p:nvSpPr>
          <p:spPr>
            <a:xfrm>
              <a:off x="446" y="0"/>
              <a:ext cx="913507" cy="475861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7" name="Rectángulo: esquinas redondeadas 4">
              <a:extLst>
                <a:ext uri="{FF2B5EF4-FFF2-40B4-BE49-F238E27FC236}">
                  <a16:creationId xmlns:a16="http://schemas.microsoft.com/office/drawing/2014/main" id="{626264C0-629F-2DF4-5B85-B8A4AE77E7DE}"/>
                </a:ext>
              </a:extLst>
            </p:cNvPr>
            <p:cNvSpPr txBox="1"/>
            <p:nvPr/>
          </p:nvSpPr>
          <p:spPr>
            <a:xfrm>
              <a:off x="14383" y="13937"/>
              <a:ext cx="885633" cy="447987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AR" sz="2000" kern="1200" dirty="0"/>
                <a:t>PAS</a:t>
              </a:r>
            </a:p>
          </p:txBody>
        </p:sp>
      </p:grpSp>
      <p:grpSp>
        <p:nvGrpSpPr>
          <p:cNvPr id="38" name="Grupo 37">
            <a:extLst>
              <a:ext uri="{FF2B5EF4-FFF2-40B4-BE49-F238E27FC236}">
                <a16:creationId xmlns:a16="http://schemas.microsoft.com/office/drawing/2014/main" id="{A6FF8EE8-75FF-142E-F284-FF87C6B47044}"/>
              </a:ext>
            </a:extLst>
          </p:cNvPr>
          <p:cNvGrpSpPr/>
          <p:nvPr/>
        </p:nvGrpSpPr>
        <p:grpSpPr>
          <a:xfrm>
            <a:off x="10654398" y="2624326"/>
            <a:ext cx="913507" cy="475861"/>
            <a:chOff x="446" y="0"/>
            <a:chExt cx="913507" cy="475861"/>
          </a:xfrm>
          <a:solidFill>
            <a:srgbClr val="0070C0"/>
          </a:solidFill>
        </p:grpSpPr>
        <p:sp>
          <p:nvSpPr>
            <p:cNvPr id="39" name="Rectángulo: esquinas redondeadas 38">
              <a:extLst>
                <a:ext uri="{FF2B5EF4-FFF2-40B4-BE49-F238E27FC236}">
                  <a16:creationId xmlns:a16="http://schemas.microsoft.com/office/drawing/2014/main" id="{576F2818-8C6A-4932-BA94-1BFD227441FB}"/>
                </a:ext>
              </a:extLst>
            </p:cNvPr>
            <p:cNvSpPr/>
            <p:nvPr/>
          </p:nvSpPr>
          <p:spPr>
            <a:xfrm>
              <a:off x="446" y="0"/>
              <a:ext cx="913507" cy="475861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0" name="Rectángulo: esquinas redondeadas 4">
              <a:extLst>
                <a:ext uri="{FF2B5EF4-FFF2-40B4-BE49-F238E27FC236}">
                  <a16:creationId xmlns:a16="http://schemas.microsoft.com/office/drawing/2014/main" id="{5C0607A9-2650-E466-014F-ACA5C3112B73}"/>
                </a:ext>
              </a:extLst>
            </p:cNvPr>
            <p:cNvSpPr txBox="1"/>
            <p:nvPr/>
          </p:nvSpPr>
          <p:spPr>
            <a:xfrm>
              <a:off x="14383" y="13937"/>
              <a:ext cx="885633" cy="447987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AR" sz="2000" kern="1200" dirty="0"/>
                <a:t>PAS</a:t>
              </a:r>
            </a:p>
          </p:txBody>
        </p:sp>
      </p:grpSp>
      <p:grpSp>
        <p:nvGrpSpPr>
          <p:cNvPr id="41" name="Grupo 40">
            <a:extLst>
              <a:ext uri="{FF2B5EF4-FFF2-40B4-BE49-F238E27FC236}">
                <a16:creationId xmlns:a16="http://schemas.microsoft.com/office/drawing/2014/main" id="{D27F5820-54A9-FA3A-E5D8-142C2D441C0E}"/>
              </a:ext>
            </a:extLst>
          </p:cNvPr>
          <p:cNvGrpSpPr/>
          <p:nvPr/>
        </p:nvGrpSpPr>
        <p:grpSpPr>
          <a:xfrm>
            <a:off x="10668335" y="3246680"/>
            <a:ext cx="913507" cy="475861"/>
            <a:chOff x="446" y="0"/>
            <a:chExt cx="913507" cy="475861"/>
          </a:xfrm>
          <a:solidFill>
            <a:srgbClr val="0070C0"/>
          </a:solidFill>
        </p:grpSpPr>
        <p:sp>
          <p:nvSpPr>
            <p:cNvPr id="42" name="Rectángulo: esquinas redondeadas 41">
              <a:extLst>
                <a:ext uri="{FF2B5EF4-FFF2-40B4-BE49-F238E27FC236}">
                  <a16:creationId xmlns:a16="http://schemas.microsoft.com/office/drawing/2014/main" id="{56943F64-5251-E550-625E-D94A4B4C1E58}"/>
                </a:ext>
              </a:extLst>
            </p:cNvPr>
            <p:cNvSpPr/>
            <p:nvPr/>
          </p:nvSpPr>
          <p:spPr>
            <a:xfrm>
              <a:off x="446" y="0"/>
              <a:ext cx="913507" cy="475861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3" name="Rectángulo: esquinas redondeadas 4">
              <a:extLst>
                <a:ext uri="{FF2B5EF4-FFF2-40B4-BE49-F238E27FC236}">
                  <a16:creationId xmlns:a16="http://schemas.microsoft.com/office/drawing/2014/main" id="{B8FBF7A6-CBA3-C82D-4E90-01D4E14048A6}"/>
                </a:ext>
              </a:extLst>
            </p:cNvPr>
            <p:cNvSpPr txBox="1"/>
            <p:nvPr/>
          </p:nvSpPr>
          <p:spPr>
            <a:xfrm>
              <a:off x="14383" y="13937"/>
              <a:ext cx="885633" cy="447987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AR" sz="2000" kern="1200" dirty="0"/>
                <a:t>PAS</a:t>
              </a:r>
            </a:p>
          </p:txBody>
        </p:sp>
      </p:grp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758D6838-E603-E581-FC53-F56B592E9A2B}"/>
              </a:ext>
            </a:extLst>
          </p:cNvPr>
          <p:cNvCxnSpPr>
            <a:cxnSpLocks/>
          </p:cNvCxnSpPr>
          <p:nvPr/>
        </p:nvCxnSpPr>
        <p:spPr>
          <a:xfrm>
            <a:off x="9777524" y="2864495"/>
            <a:ext cx="822052" cy="6973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Conector recto de flecha 47">
            <a:extLst>
              <a:ext uri="{FF2B5EF4-FFF2-40B4-BE49-F238E27FC236}">
                <a16:creationId xmlns:a16="http://schemas.microsoft.com/office/drawing/2014/main" id="{4F345371-377E-36F1-8482-C471E37FDA36}"/>
              </a:ext>
            </a:extLst>
          </p:cNvPr>
          <p:cNvCxnSpPr>
            <a:cxnSpLocks/>
            <a:endCxn id="40" idx="1"/>
          </p:cNvCxnSpPr>
          <p:nvPr/>
        </p:nvCxnSpPr>
        <p:spPr>
          <a:xfrm>
            <a:off x="9777524" y="2840144"/>
            <a:ext cx="890811" cy="221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50" name="Diagrama 49">
            <a:extLst>
              <a:ext uri="{FF2B5EF4-FFF2-40B4-BE49-F238E27FC236}">
                <a16:creationId xmlns:a16="http://schemas.microsoft.com/office/drawing/2014/main" id="{787F4224-35D3-CEA9-D2C0-2BDB17528AC0}"/>
              </a:ext>
            </a:extLst>
          </p:cNvPr>
          <p:cNvGraphicFramePr/>
          <p:nvPr/>
        </p:nvGraphicFramePr>
        <p:xfrm>
          <a:off x="8863125" y="4814935"/>
          <a:ext cx="914400" cy="4758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7" r:lo="rId28" r:qs="rId29" r:cs="rId30"/>
          </a:graphicData>
        </a:graphic>
      </p:graphicFrame>
      <p:cxnSp>
        <p:nvCxnSpPr>
          <p:cNvPr id="51" name="Conector recto de flecha 50">
            <a:extLst>
              <a:ext uri="{FF2B5EF4-FFF2-40B4-BE49-F238E27FC236}">
                <a16:creationId xmlns:a16="http://schemas.microsoft.com/office/drawing/2014/main" id="{73ED80F6-8471-6D08-BDF2-B2F3374C4DC5}"/>
              </a:ext>
            </a:extLst>
          </p:cNvPr>
          <p:cNvCxnSpPr>
            <a:cxnSpLocks/>
          </p:cNvCxnSpPr>
          <p:nvPr/>
        </p:nvCxnSpPr>
        <p:spPr>
          <a:xfrm flipV="1">
            <a:off x="9777525" y="4350832"/>
            <a:ext cx="822051" cy="598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2" name="Grupo 51">
            <a:extLst>
              <a:ext uri="{FF2B5EF4-FFF2-40B4-BE49-F238E27FC236}">
                <a16:creationId xmlns:a16="http://schemas.microsoft.com/office/drawing/2014/main" id="{BF1B584C-7D2A-A2FA-9257-FBEFF165A70C}"/>
              </a:ext>
            </a:extLst>
          </p:cNvPr>
          <p:cNvGrpSpPr/>
          <p:nvPr/>
        </p:nvGrpSpPr>
        <p:grpSpPr>
          <a:xfrm>
            <a:off x="10640461" y="4063821"/>
            <a:ext cx="913507" cy="475861"/>
            <a:chOff x="446" y="0"/>
            <a:chExt cx="913507" cy="475861"/>
          </a:xfrm>
          <a:solidFill>
            <a:srgbClr val="0070C0"/>
          </a:solidFill>
        </p:grpSpPr>
        <p:sp>
          <p:nvSpPr>
            <p:cNvPr id="53" name="Rectángulo: esquinas redondeadas 52">
              <a:extLst>
                <a:ext uri="{FF2B5EF4-FFF2-40B4-BE49-F238E27FC236}">
                  <a16:creationId xmlns:a16="http://schemas.microsoft.com/office/drawing/2014/main" id="{A8A7844A-04DB-3BB4-A77F-3E5FCB2955E8}"/>
                </a:ext>
              </a:extLst>
            </p:cNvPr>
            <p:cNvSpPr/>
            <p:nvPr/>
          </p:nvSpPr>
          <p:spPr>
            <a:xfrm>
              <a:off x="446" y="0"/>
              <a:ext cx="913507" cy="475861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4" name="Rectángulo: esquinas redondeadas 4">
              <a:extLst>
                <a:ext uri="{FF2B5EF4-FFF2-40B4-BE49-F238E27FC236}">
                  <a16:creationId xmlns:a16="http://schemas.microsoft.com/office/drawing/2014/main" id="{27E0D2BE-A2F4-E676-41D3-6A3BFD4B3C84}"/>
                </a:ext>
              </a:extLst>
            </p:cNvPr>
            <p:cNvSpPr txBox="1"/>
            <p:nvPr/>
          </p:nvSpPr>
          <p:spPr>
            <a:xfrm>
              <a:off x="14383" y="13937"/>
              <a:ext cx="885633" cy="447987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AR" sz="1600" kern="1200" dirty="0"/>
                <a:t>CLIENTE</a:t>
              </a:r>
            </a:p>
          </p:txBody>
        </p:sp>
      </p:grpSp>
      <p:grpSp>
        <p:nvGrpSpPr>
          <p:cNvPr id="55" name="Grupo 54">
            <a:extLst>
              <a:ext uri="{FF2B5EF4-FFF2-40B4-BE49-F238E27FC236}">
                <a16:creationId xmlns:a16="http://schemas.microsoft.com/office/drawing/2014/main" id="{0E0F57C7-EA3C-842E-05D2-28EA41905646}"/>
              </a:ext>
            </a:extLst>
          </p:cNvPr>
          <p:cNvGrpSpPr/>
          <p:nvPr/>
        </p:nvGrpSpPr>
        <p:grpSpPr>
          <a:xfrm>
            <a:off x="10654398" y="4817360"/>
            <a:ext cx="913507" cy="475861"/>
            <a:chOff x="446" y="0"/>
            <a:chExt cx="913507" cy="475861"/>
          </a:xfrm>
          <a:solidFill>
            <a:srgbClr val="0070C0"/>
          </a:solidFill>
        </p:grpSpPr>
        <p:sp>
          <p:nvSpPr>
            <p:cNvPr id="56" name="Rectángulo: esquinas redondeadas 55">
              <a:extLst>
                <a:ext uri="{FF2B5EF4-FFF2-40B4-BE49-F238E27FC236}">
                  <a16:creationId xmlns:a16="http://schemas.microsoft.com/office/drawing/2014/main" id="{358477A4-4A3D-E95C-000D-DC772D6123C7}"/>
                </a:ext>
              </a:extLst>
            </p:cNvPr>
            <p:cNvSpPr/>
            <p:nvPr/>
          </p:nvSpPr>
          <p:spPr>
            <a:xfrm>
              <a:off x="446" y="0"/>
              <a:ext cx="913507" cy="475861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7" name="Rectángulo: esquinas redondeadas 4">
              <a:extLst>
                <a:ext uri="{FF2B5EF4-FFF2-40B4-BE49-F238E27FC236}">
                  <a16:creationId xmlns:a16="http://schemas.microsoft.com/office/drawing/2014/main" id="{74B4083D-312B-617E-F5BC-D34239ADCB95}"/>
                </a:ext>
              </a:extLst>
            </p:cNvPr>
            <p:cNvSpPr txBox="1"/>
            <p:nvPr/>
          </p:nvSpPr>
          <p:spPr>
            <a:xfrm>
              <a:off x="14383" y="13937"/>
              <a:ext cx="885633" cy="447987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AR" sz="1600" kern="1200" dirty="0"/>
                <a:t>CLIENTE</a:t>
              </a:r>
            </a:p>
          </p:txBody>
        </p:sp>
      </p:grpSp>
      <p:grpSp>
        <p:nvGrpSpPr>
          <p:cNvPr id="58" name="Grupo 57">
            <a:extLst>
              <a:ext uri="{FF2B5EF4-FFF2-40B4-BE49-F238E27FC236}">
                <a16:creationId xmlns:a16="http://schemas.microsoft.com/office/drawing/2014/main" id="{E65E9A1C-E9DE-62C4-EBD7-C4D090FA4E6A}"/>
              </a:ext>
            </a:extLst>
          </p:cNvPr>
          <p:cNvGrpSpPr/>
          <p:nvPr/>
        </p:nvGrpSpPr>
        <p:grpSpPr>
          <a:xfrm>
            <a:off x="10668335" y="5467707"/>
            <a:ext cx="913507" cy="475861"/>
            <a:chOff x="446" y="0"/>
            <a:chExt cx="913507" cy="475861"/>
          </a:xfrm>
          <a:solidFill>
            <a:srgbClr val="0070C0"/>
          </a:solidFill>
        </p:grpSpPr>
        <p:sp>
          <p:nvSpPr>
            <p:cNvPr id="59" name="Rectángulo: esquinas redondeadas 58">
              <a:extLst>
                <a:ext uri="{FF2B5EF4-FFF2-40B4-BE49-F238E27FC236}">
                  <a16:creationId xmlns:a16="http://schemas.microsoft.com/office/drawing/2014/main" id="{BEC630D6-A193-DE9F-04AC-D355B438E379}"/>
                </a:ext>
              </a:extLst>
            </p:cNvPr>
            <p:cNvSpPr/>
            <p:nvPr/>
          </p:nvSpPr>
          <p:spPr>
            <a:xfrm>
              <a:off x="446" y="0"/>
              <a:ext cx="913507" cy="475861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0" name="Rectángulo: esquinas redondeadas 4">
              <a:extLst>
                <a:ext uri="{FF2B5EF4-FFF2-40B4-BE49-F238E27FC236}">
                  <a16:creationId xmlns:a16="http://schemas.microsoft.com/office/drawing/2014/main" id="{447D1E1D-2A69-84BB-33AD-1B3C0540609C}"/>
                </a:ext>
              </a:extLst>
            </p:cNvPr>
            <p:cNvSpPr txBox="1"/>
            <p:nvPr/>
          </p:nvSpPr>
          <p:spPr>
            <a:xfrm>
              <a:off x="14383" y="13937"/>
              <a:ext cx="885633" cy="447987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AR" sz="1600" kern="1200" dirty="0"/>
                <a:t>CLIENTE</a:t>
              </a:r>
            </a:p>
          </p:txBody>
        </p:sp>
      </p:grpSp>
      <p:cxnSp>
        <p:nvCxnSpPr>
          <p:cNvPr id="61" name="Conector recto de flecha 60">
            <a:extLst>
              <a:ext uri="{FF2B5EF4-FFF2-40B4-BE49-F238E27FC236}">
                <a16:creationId xmlns:a16="http://schemas.microsoft.com/office/drawing/2014/main" id="{2F586CA4-B193-49EC-0507-32789C9DF456}"/>
              </a:ext>
            </a:extLst>
          </p:cNvPr>
          <p:cNvCxnSpPr>
            <a:cxnSpLocks/>
          </p:cNvCxnSpPr>
          <p:nvPr/>
        </p:nvCxnSpPr>
        <p:spPr>
          <a:xfrm>
            <a:off x="9777524" y="5057529"/>
            <a:ext cx="822052" cy="6973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Conector recto de flecha 61">
            <a:extLst>
              <a:ext uri="{FF2B5EF4-FFF2-40B4-BE49-F238E27FC236}">
                <a16:creationId xmlns:a16="http://schemas.microsoft.com/office/drawing/2014/main" id="{13D45BAF-6F89-D0A6-3967-FC6C0E80253D}"/>
              </a:ext>
            </a:extLst>
          </p:cNvPr>
          <p:cNvCxnSpPr>
            <a:cxnSpLocks/>
            <a:endCxn id="57" idx="1"/>
          </p:cNvCxnSpPr>
          <p:nvPr/>
        </p:nvCxnSpPr>
        <p:spPr>
          <a:xfrm>
            <a:off x="9777524" y="5033178"/>
            <a:ext cx="890811" cy="221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Conector recto de flecha 62">
            <a:extLst>
              <a:ext uri="{FF2B5EF4-FFF2-40B4-BE49-F238E27FC236}">
                <a16:creationId xmlns:a16="http://schemas.microsoft.com/office/drawing/2014/main" id="{E811816C-DAC8-8C8C-A63A-40C4638A3190}"/>
              </a:ext>
            </a:extLst>
          </p:cNvPr>
          <p:cNvCxnSpPr>
            <a:cxnSpLocks/>
          </p:cNvCxnSpPr>
          <p:nvPr/>
        </p:nvCxnSpPr>
        <p:spPr>
          <a:xfrm>
            <a:off x="7339459" y="3773202"/>
            <a:ext cx="1446890" cy="1259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1671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E9D19-FFC1-3046-E4BE-9D47E0BE7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194F63B5-28EF-A2F9-94F2-45A6E6EB39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00604" y="161558"/>
            <a:ext cx="8458799" cy="620409"/>
          </a:xfrm>
        </p:spPr>
        <p:txBody>
          <a:bodyPr/>
          <a:lstStyle/>
          <a:p>
            <a:r>
              <a:rPr lang="es-AR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PROCESOS PARA AUTOMATIZAR – JUNIO 2026</a:t>
            </a:r>
          </a:p>
          <a:p>
            <a:endParaRPr lang="es-AR" dirty="0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DF3AAED9-E8B4-9A45-E1BF-6D7252377809}"/>
              </a:ext>
            </a:extLst>
          </p:cNvPr>
          <p:cNvSpPr txBox="1">
            <a:spLocks/>
          </p:cNvSpPr>
          <p:nvPr/>
        </p:nvSpPr>
        <p:spPr>
          <a:xfrm>
            <a:off x="92124" y="1006227"/>
            <a:ext cx="9228201" cy="10089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None/>
              <a:defRPr sz="32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4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SINIESTROS</a:t>
            </a:r>
          </a:p>
          <a:p>
            <a:endParaRPr lang="es-AR" dirty="0"/>
          </a:p>
        </p:txBody>
      </p:sp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A52604D4-638B-F0B7-932F-54A0DA649B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85642926"/>
              </p:ext>
            </p:extLst>
          </p:nvPr>
        </p:nvGraphicFramePr>
        <p:xfrm>
          <a:off x="354563" y="2621902"/>
          <a:ext cx="914400" cy="4758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Diagrama 7">
            <a:extLst>
              <a:ext uri="{FF2B5EF4-FFF2-40B4-BE49-F238E27FC236}">
                <a16:creationId xmlns:a16="http://schemas.microsoft.com/office/drawing/2014/main" id="{5F33358C-B49D-D49E-5582-BCE865AAAB8E}"/>
              </a:ext>
            </a:extLst>
          </p:cNvPr>
          <p:cNvGraphicFramePr/>
          <p:nvPr/>
        </p:nvGraphicFramePr>
        <p:xfrm>
          <a:off x="354563" y="4140180"/>
          <a:ext cx="914400" cy="4758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9C32F66A-2DD9-A7FA-AFE2-B3ABC5C8823F}"/>
              </a:ext>
            </a:extLst>
          </p:cNvPr>
          <p:cNvCxnSpPr/>
          <p:nvPr/>
        </p:nvCxnSpPr>
        <p:spPr>
          <a:xfrm>
            <a:off x="1268963" y="2859832"/>
            <a:ext cx="662474" cy="5212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EAA365EE-C002-505B-C474-3B64E73A695A}"/>
              </a:ext>
            </a:extLst>
          </p:cNvPr>
          <p:cNvCxnSpPr>
            <a:cxnSpLocks/>
          </p:cNvCxnSpPr>
          <p:nvPr/>
        </p:nvCxnSpPr>
        <p:spPr>
          <a:xfrm>
            <a:off x="1268963" y="3596297"/>
            <a:ext cx="662474" cy="226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4763E199-13E3-88FC-7818-DCED32A6DEF3}"/>
              </a:ext>
            </a:extLst>
          </p:cNvPr>
          <p:cNvCxnSpPr>
            <a:cxnSpLocks/>
          </p:cNvCxnSpPr>
          <p:nvPr/>
        </p:nvCxnSpPr>
        <p:spPr>
          <a:xfrm flipV="1">
            <a:off x="1268963" y="3808757"/>
            <a:ext cx="662474" cy="5466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6" name="Grupo 15">
            <a:extLst>
              <a:ext uri="{FF2B5EF4-FFF2-40B4-BE49-F238E27FC236}">
                <a16:creationId xmlns:a16="http://schemas.microsoft.com/office/drawing/2014/main" id="{47830A84-6DF4-473B-A06E-7D7B107FC9B3}"/>
              </a:ext>
            </a:extLst>
          </p:cNvPr>
          <p:cNvGrpSpPr/>
          <p:nvPr/>
        </p:nvGrpSpPr>
        <p:grpSpPr>
          <a:xfrm>
            <a:off x="2065622" y="3188829"/>
            <a:ext cx="1312060" cy="860284"/>
            <a:chOff x="0" y="0"/>
            <a:chExt cx="913507" cy="475861"/>
          </a:xfrm>
          <a:solidFill>
            <a:srgbClr val="0070C0"/>
          </a:solidFill>
        </p:grpSpPr>
        <p:sp>
          <p:nvSpPr>
            <p:cNvPr id="17" name="Rectángulo: esquinas redondeadas 16">
              <a:extLst>
                <a:ext uri="{FF2B5EF4-FFF2-40B4-BE49-F238E27FC236}">
                  <a16:creationId xmlns:a16="http://schemas.microsoft.com/office/drawing/2014/main" id="{EBE44236-3F92-36C4-C4A4-012F11A5CB2F}"/>
                </a:ext>
              </a:extLst>
            </p:cNvPr>
            <p:cNvSpPr/>
            <p:nvPr/>
          </p:nvSpPr>
          <p:spPr>
            <a:xfrm>
              <a:off x="0" y="0"/>
              <a:ext cx="913507" cy="475861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8" name="Rectángulo: esquinas redondeadas 4">
              <a:extLst>
                <a:ext uri="{FF2B5EF4-FFF2-40B4-BE49-F238E27FC236}">
                  <a16:creationId xmlns:a16="http://schemas.microsoft.com/office/drawing/2014/main" id="{F349525C-A799-452E-A3AF-8233FD2353CC}"/>
                </a:ext>
              </a:extLst>
            </p:cNvPr>
            <p:cNvSpPr txBox="1"/>
            <p:nvPr/>
          </p:nvSpPr>
          <p:spPr>
            <a:xfrm>
              <a:off x="13937" y="13937"/>
              <a:ext cx="885633" cy="447987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AR" sz="1200" b="1" dirty="0"/>
                <a:t>CENTRALIZADO POR WSP</a:t>
              </a:r>
              <a:endParaRPr lang="es-AR" sz="1200" b="1" kern="1200" dirty="0"/>
            </a:p>
          </p:txBody>
        </p:sp>
      </p:grpSp>
      <p:graphicFrame>
        <p:nvGraphicFramePr>
          <p:cNvPr id="19" name="Diagrama 18">
            <a:extLst>
              <a:ext uri="{FF2B5EF4-FFF2-40B4-BE49-F238E27FC236}">
                <a16:creationId xmlns:a16="http://schemas.microsoft.com/office/drawing/2014/main" id="{D6F19C52-11CD-2D48-A4FA-A98FC8FB31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4548443"/>
              </p:ext>
            </p:extLst>
          </p:nvPr>
        </p:nvGraphicFramePr>
        <p:xfrm>
          <a:off x="344554" y="3381040"/>
          <a:ext cx="914400" cy="4758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20" name="Diagrama 19">
            <a:extLst>
              <a:ext uri="{FF2B5EF4-FFF2-40B4-BE49-F238E27FC236}">
                <a16:creationId xmlns:a16="http://schemas.microsoft.com/office/drawing/2014/main" id="{6F9BCC56-7A2D-A8DD-10DC-6F89D27444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82573144"/>
              </p:ext>
            </p:extLst>
          </p:nvPr>
        </p:nvGraphicFramePr>
        <p:xfrm>
          <a:off x="344554" y="4117505"/>
          <a:ext cx="914400" cy="4758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grpSp>
        <p:nvGrpSpPr>
          <p:cNvPr id="21" name="Grupo 20">
            <a:extLst>
              <a:ext uri="{FF2B5EF4-FFF2-40B4-BE49-F238E27FC236}">
                <a16:creationId xmlns:a16="http://schemas.microsoft.com/office/drawing/2014/main" id="{B90F6AE6-91C7-BEB6-9E25-370B76CC24AF}"/>
              </a:ext>
            </a:extLst>
          </p:cNvPr>
          <p:cNvGrpSpPr/>
          <p:nvPr/>
        </p:nvGrpSpPr>
        <p:grpSpPr>
          <a:xfrm>
            <a:off x="3990847" y="3221812"/>
            <a:ext cx="1312060" cy="860284"/>
            <a:chOff x="0" y="0"/>
            <a:chExt cx="913507" cy="475861"/>
          </a:xfrm>
          <a:solidFill>
            <a:srgbClr val="0070C0"/>
          </a:solidFill>
        </p:grpSpPr>
        <p:sp>
          <p:nvSpPr>
            <p:cNvPr id="22" name="Rectángulo: esquinas redondeadas 21">
              <a:extLst>
                <a:ext uri="{FF2B5EF4-FFF2-40B4-BE49-F238E27FC236}">
                  <a16:creationId xmlns:a16="http://schemas.microsoft.com/office/drawing/2014/main" id="{6763CDEE-566F-427A-8976-0F588FBA220C}"/>
                </a:ext>
              </a:extLst>
            </p:cNvPr>
            <p:cNvSpPr/>
            <p:nvPr/>
          </p:nvSpPr>
          <p:spPr>
            <a:xfrm>
              <a:off x="0" y="0"/>
              <a:ext cx="913507" cy="475861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3" name="Rectángulo: esquinas redondeadas 4">
              <a:extLst>
                <a:ext uri="{FF2B5EF4-FFF2-40B4-BE49-F238E27FC236}">
                  <a16:creationId xmlns:a16="http://schemas.microsoft.com/office/drawing/2014/main" id="{D1538B94-D0CD-8578-E412-4FE07B0D3D04}"/>
                </a:ext>
              </a:extLst>
            </p:cNvPr>
            <p:cNvSpPr txBox="1"/>
            <p:nvPr/>
          </p:nvSpPr>
          <p:spPr>
            <a:xfrm>
              <a:off x="13937" y="15228"/>
              <a:ext cx="885633" cy="447987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AR" sz="1200" b="1" dirty="0"/>
                <a:t>REVISION Y CARGA</a:t>
              </a:r>
              <a:endParaRPr lang="es-AR" sz="1200" b="1" kern="1200" dirty="0"/>
            </a:p>
          </p:txBody>
        </p:sp>
      </p:grpSp>
      <p:sp>
        <p:nvSpPr>
          <p:cNvPr id="24" name="Flecha: a la derecha 23">
            <a:extLst>
              <a:ext uri="{FF2B5EF4-FFF2-40B4-BE49-F238E27FC236}">
                <a16:creationId xmlns:a16="http://schemas.microsoft.com/office/drawing/2014/main" id="{24B1E880-011F-DF07-439C-3794032F1756}"/>
              </a:ext>
            </a:extLst>
          </p:cNvPr>
          <p:cNvSpPr/>
          <p:nvPr/>
        </p:nvSpPr>
        <p:spPr>
          <a:xfrm>
            <a:off x="3442999" y="3596297"/>
            <a:ext cx="481176" cy="2124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FC2D3115-E53C-4166-520E-AE3E9782D823}"/>
              </a:ext>
            </a:extLst>
          </p:cNvPr>
          <p:cNvSpPr/>
          <p:nvPr/>
        </p:nvSpPr>
        <p:spPr>
          <a:xfrm>
            <a:off x="5434896" y="3596297"/>
            <a:ext cx="481176" cy="2124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27" name="Grupo 26">
            <a:extLst>
              <a:ext uri="{FF2B5EF4-FFF2-40B4-BE49-F238E27FC236}">
                <a16:creationId xmlns:a16="http://schemas.microsoft.com/office/drawing/2014/main" id="{F6D98F39-8807-36D9-7958-5A4532EC01DC}"/>
              </a:ext>
            </a:extLst>
          </p:cNvPr>
          <p:cNvGrpSpPr/>
          <p:nvPr/>
        </p:nvGrpSpPr>
        <p:grpSpPr>
          <a:xfrm>
            <a:off x="6048061" y="3226241"/>
            <a:ext cx="1312060" cy="860284"/>
            <a:chOff x="0" y="0"/>
            <a:chExt cx="913507" cy="475861"/>
          </a:xfrm>
          <a:solidFill>
            <a:srgbClr val="0070C0"/>
          </a:solidFill>
        </p:grpSpPr>
        <p:sp>
          <p:nvSpPr>
            <p:cNvPr id="28" name="Rectángulo: esquinas redondeadas 27">
              <a:extLst>
                <a:ext uri="{FF2B5EF4-FFF2-40B4-BE49-F238E27FC236}">
                  <a16:creationId xmlns:a16="http://schemas.microsoft.com/office/drawing/2014/main" id="{F70FDAE9-9FB1-6086-E4FD-D38B67F3D935}"/>
                </a:ext>
              </a:extLst>
            </p:cNvPr>
            <p:cNvSpPr/>
            <p:nvPr/>
          </p:nvSpPr>
          <p:spPr>
            <a:xfrm>
              <a:off x="0" y="0"/>
              <a:ext cx="913507" cy="475861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9" name="Rectángulo: esquinas redondeadas 4">
              <a:extLst>
                <a:ext uri="{FF2B5EF4-FFF2-40B4-BE49-F238E27FC236}">
                  <a16:creationId xmlns:a16="http://schemas.microsoft.com/office/drawing/2014/main" id="{D03A99A8-65F4-FD0F-7ACA-29DE357777CF}"/>
                </a:ext>
              </a:extLst>
            </p:cNvPr>
            <p:cNvSpPr txBox="1"/>
            <p:nvPr/>
          </p:nvSpPr>
          <p:spPr>
            <a:xfrm>
              <a:off x="13937" y="10066"/>
              <a:ext cx="885633" cy="447987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AR" sz="1200" b="1" dirty="0"/>
                <a:t>SEGUIMIENTO</a:t>
              </a:r>
              <a:endParaRPr lang="es-AR" sz="1200" b="1" kern="1200" dirty="0"/>
            </a:p>
          </p:txBody>
        </p:sp>
      </p:grp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4BBB5577-583C-9B6B-F26F-8159F6D21723}"/>
              </a:ext>
            </a:extLst>
          </p:cNvPr>
          <p:cNvCxnSpPr>
            <a:cxnSpLocks/>
          </p:cNvCxnSpPr>
          <p:nvPr/>
        </p:nvCxnSpPr>
        <p:spPr>
          <a:xfrm flipV="1">
            <a:off x="7427261" y="3596297"/>
            <a:ext cx="1356027" cy="157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2" name="Diagrama 31">
            <a:extLst>
              <a:ext uri="{FF2B5EF4-FFF2-40B4-BE49-F238E27FC236}">
                <a16:creationId xmlns:a16="http://schemas.microsoft.com/office/drawing/2014/main" id="{F5186D19-FA86-4E70-6DA1-8BA0BDA6B3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36260891"/>
              </p:ext>
            </p:extLst>
          </p:nvPr>
        </p:nvGraphicFramePr>
        <p:xfrm>
          <a:off x="8909777" y="3077794"/>
          <a:ext cx="1312059" cy="10823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2" r:lo="rId23" r:qs="rId24" r:cs="rId25"/>
          </a:graphicData>
        </a:graphic>
      </p:graphicFrame>
      <p:sp>
        <p:nvSpPr>
          <p:cNvPr id="9" name="Rectángulo: esquinas redondeadas 4">
            <a:extLst>
              <a:ext uri="{FF2B5EF4-FFF2-40B4-BE49-F238E27FC236}">
                <a16:creationId xmlns:a16="http://schemas.microsoft.com/office/drawing/2014/main" id="{56130F04-391A-502E-4298-C84FB83F69D8}"/>
              </a:ext>
            </a:extLst>
          </p:cNvPr>
          <p:cNvSpPr txBox="1"/>
          <p:nvPr/>
        </p:nvSpPr>
        <p:spPr>
          <a:xfrm>
            <a:off x="2202023" y="2256441"/>
            <a:ext cx="1012123" cy="475861"/>
          </a:xfrm>
          <a:prstGeom prst="rect">
            <a:avLst/>
          </a:prstGeom>
          <a:solidFill>
            <a:srgbClr val="FFC000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0" tIns="57150" rIns="57150" bIns="57150" numCol="1" spcCol="1270" anchor="ctr" anchorCtr="0">
            <a:noAutofit/>
          </a:bodyPr>
          <a:lstStyle/>
          <a:p>
            <a:pPr marL="0" lvl="0" indent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A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CHATBOT</a:t>
            </a:r>
            <a:endParaRPr lang="es-AR" sz="1200" b="1" kern="1200" dirty="0"/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ADBCFE23-98C0-6C79-90E6-B265BA5D299B}"/>
              </a:ext>
            </a:extLst>
          </p:cNvPr>
          <p:cNvCxnSpPr>
            <a:cxnSpLocks/>
          </p:cNvCxnSpPr>
          <p:nvPr/>
        </p:nvCxnSpPr>
        <p:spPr>
          <a:xfrm>
            <a:off x="2721652" y="2822508"/>
            <a:ext cx="0" cy="32899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9740780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o">
  <a:themeElements>
    <a:clrScheme name="Metropolitano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o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TM03457491[[fn=Metropolitano]]</Template>
  <TotalTime>47</TotalTime>
  <Words>265</Words>
  <Application>Microsoft Office PowerPoint</Application>
  <PresentationFormat>Panorámica</PresentationFormat>
  <Paragraphs>60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Calibri Light</vt:lpstr>
      <vt:lpstr>Metropolitano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USUARIO</dc:creator>
  <cp:lastModifiedBy>USUARIO</cp:lastModifiedBy>
  <cp:revision>6</cp:revision>
  <dcterms:created xsi:type="dcterms:W3CDTF">2026-06-09T23:12:47Z</dcterms:created>
  <dcterms:modified xsi:type="dcterms:W3CDTF">2026-06-09T23:59:59Z</dcterms:modified>
</cp:coreProperties>
</file>